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9"/>
  </p:notesMasterIdLst>
  <p:sldIdLst>
    <p:sldId id="256" r:id="rId2"/>
    <p:sldId id="290" r:id="rId3"/>
    <p:sldId id="291" r:id="rId4"/>
    <p:sldId id="296" r:id="rId5"/>
    <p:sldId id="297" r:id="rId6"/>
    <p:sldId id="293" r:id="rId7"/>
    <p:sldId id="294" r:id="rId8"/>
  </p:sldIdLst>
  <p:sldSz cx="9144000" cy="5143500" type="screen16x9"/>
  <p:notesSz cx="6858000" cy="9144000"/>
  <p:embeddedFontLst>
    <p:embeddedFont>
      <p:font typeface="Arimo" panose="020B0604020202020204" charset="0"/>
      <p:regular r:id="rId10"/>
      <p:bold r:id="rId11"/>
      <p:italic r:id="rId12"/>
      <p:boldItalic r:id="rId13"/>
    </p:embeddedFont>
    <p:embeddedFont>
      <p:font typeface="Radio Canada Big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3F7736-0EFD-4A8F-8254-40DA4181C446}" v="1" dt="2026-07-13T06:49:57.610"/>
  </p1510:revLst>
</p1510:revInfo>
</file>

<file path=ppt/tableStyles.xml><?xml version="1.0" encoding="utf-8"?>
<a:tblStyleLst xmlns:a="http://schemas.openxmlformats.org/drawingml/2006/main" def="{04296CD6-A2CD-42A7-93A5-EFCCA107BD8F}">
  <a:tblStyle styleId="{04296CD6-A2CD-42A7-93A5-EFCCA107BD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Martini" userId="6f7ce202-1df2-4504-98db-61df081c8642" providerId="ADAL" clId="{1EDD1F37-76F2-4637-BF03-5CBE04FD8CA1}"/>
    <pc:docChg chg="undo redo custSel addSld delSld modSld sldOrd">
      <pc:chgData name="Alexis Martini" userId="6f7ce202-1df2-4504-98db-61df081c8642" providerId="ADAL" clId="{1EDD1F37-76F2-4637-BF03-5CBE04FD8CA1}" dt="2026-07-13T06:49:57.610" v="453" actId="313"/>
      <pc:docMkLst>
        <pc:docMk/>
      </pc:docMkLst>
      <pc:sldChg chg="modSp mod">
        <pc:chgData name="Alexis Martini" userId="6f7ce202-1df2-4504-98db-61df081c8642" providerId="ADAL" clId="{1EDD1F37-76F2-4637-BF03-5CBE04FD8CA1}" dt="2026-07-08T04:25:23.240" v="236" actId="20577"/>
        <pc:sldMkLst>
          <pc:docMk/>
          <pc:sldMk cId="0" sldId="256"/>
        </pc:sldMkLst>
        <pc:spChg chg="mod">
          <ac:chgData name="Alexis Martini" userId="6f7ce202-1df2-4504-98db-61df081c8642" providerId="ADAL" clId="{1EDD1F37-76F2-4637-BF03-5CBE04FD8CA1}" dt="2026-07-08T04:25:23.240" v="236" actId="20577"/>
          <ac:spMkLst>
            <pc:docMk/>
            <pc:sldMk cId="0" sldId="256"/>
            <ac:spMk id="6" creationId="{1678DAA7-2148-5728-21D2-285527394010}"/>
          </ac:spMkLst>
        </pc:spChg>
      </pc:sldChg>
      <pc:sldChg chg="addSp modSp add mod ord modNotes">
        <pc:chgData name="Alexis Martini" userId="6f7ce202-1df2-4504-98db-61df081c8642" providerId="ADAL" clId="{1EDD1F37-76F2-4637-BF03-5CBE04FD8CA1}" dt="2026-07-13T06:49:57.610" v="453" actId="313"/>
        <pc:sldMkLst>
          <pc:docMk/>
          <pc:sldMk cId="2883656853" sldId="290"/>
        </pc:sldMkLst>
        <pc:spChg chg="mod">
          <ac:chgData name="Alexis Martini" userId="6f7ce202-1df2-4504-98db-61df081c8642" providerId="ADAL" clId="{1EDD1F37-76F2-4637-BF03-5CBE04FD8CA1}" dt="2026-07-08T08:15:59.273" v="295" actId="1076"/>
          <ac:spMkLst>
            <pc:docMk/>
            <pc:sldMk cId="2883656853" sldId="290"/>
            <ac:spMk id="11" creationId="{891199B7-B2E5-1A97-BB28-363088587AF3}"/>
          </ac:spMkLst>
        </pc:spChg>
        <pc:spChg chg="mod">
          <ac:chgData name="Alexis Martini" userId="6f7ce202-1df2-4504-98db-61df081c8642" providerId="ADAL" clId="{1EDD1F37-76F2-4637-BF03-5CBE04FD8CA1}" dt="2026-07-13T06:49:57.610" v="453" actId="313"/>
          <ac:spMkLst>
            <pc:docMk/>
            <pc:sldMk cId="2883656853" sldId="290"/>
            <ac:spMk id="16" creationId="{1543C7DC-C579-C302-CCA6-60F4BE22AAFF}"/>
          </ac:spMkLst>
        </pc:spChg>
        <pc:spChg chg="mod">
          <ac:chgData name="Alexis Martini" userId="6f7ce202-1df2-4504-98db-61df081c8642" providerId="ADAL" clId="{1EDD1F37-76F2-4637-BF03-5CBE04FD8CA1}" dt="2026-07-08T03:24:44.685" v="4" actId="14100"/>
          <ac:spMkLst>
            <pc:docMk/>
            <pc:sldMk cId="2883656853" sldId="290"/>
            <ac:spMk id="182" creationId="{170B0596-AF75-D2EB-5DCD-12DCF040BFCD}"/>
          </ac:spMkLst>
        </pc:spChg>
        <pc:spChg chg="mod">
          <ac:chgData name="Alexis Martini" userId="6f7ce202-1df2-4504-98db-61df081c8642" providerId="ADAL" clId="{1EDD1F37-76F2-4637-BF03-5CBE04FD8CA1}" dt="2026-07-08T03:25:41.116" v="21" actId="14100"/>
          <ac:spMkLst>
            <pc:docMk/>
            <pc:sldMk cId="2883656853" sldId="290"/>
            <ac:spMk id="183" creationId="{1DE576DB-E256-9C9D-1975-DE04DE25A299}"/>
          </ac:spMkLst>
        </pc:spChg>
      </pc:sldChg>
      <pc:sldChg chg="addSp delSp modSp add mod">
        <pc:chgData name="Alexis Martini" userId="6f7ce202-1df2-4504-98db-61df081c8642" providerId="ADAL" clId="{1EDD1F37-76F2-4637-BF03-5CBE04FD8CA1}" dt="2026-07-08T08:32:34.109" v="423" actId="1076"/>
        <pc:sldMkLst>
          <pc:docMk/>
          <pc:sldMk cId="1674258812" sldId="291"/>
        </pc:sldMkLst>
        <pc:spChg chg="mod">
          <ac:chgData name="Alexis Martini" userId="6f7ce202-1df2-4504-98db-61df081c8642" providerId="ADAL" clId="{1EDD1F37-76F2-4637-BF03-5CBE04FD8CA1}" dt="2026-07-08T08:29:43.659" v="388" actId="1076"/>
          <ac:spMkLst>
            <pc:docMk/>
            <pc:sldMk cId="1674258812" sldId="291"/>
            <ac:spMk id="7" creationId="{F0E0A661-C6FB-87E8-BB3B-8ECD97185E14}"/>
          </ac:spMkLst>
        </pc:spChg>
        <pc:spChg chg="mod">
          <ac:chgData name="Alexis Martini" userId="6f7ce202-1df2-4504-98db-61df081c8642" providerId="ADAL" clId="{1EDD1F37-76F2-4637-BF03-5CBE04FD8CA1}" dt="2026-07-08T08:32:34.109" v="423" actId="1076"/>
          <ac:spMkLst>
            <pc:docMk/>
            <pc:sldMk cId="1674258812" sldId="291"/>
            <ac:spMk id="8" creationId="{A1D46678-435A-25A1-EECD-39C1AC1A9593}"/>
          </ac:spMkLst>
        </pc:spChg>
        <pc:spChg chg="mod">
          <ac:chgData name="Alexis Martini" userId="6f7ce202-1df2-4504-98db-61df081c8642" providerId="ADAL" clId="{1EDD1F37-76F2-4637-BF03-5CBE04FD8CA1}" dt="2026-07-08T03:27:18.927" v="32"/>
          <ac:spMkLst>
            <pc:docMk/>
            <pc:sldMk cId="1674258812" sldId="291"/>
            <ac:spMk id="182" creationId="{A212B693-7742-E89B-B9FB-B2CD4AF59B29}"/>
          </ac:spMkLst>
        </pc:spChg>
        <pc:picChg chg="add mod">
          <ac:chgData name="Alexis Martini" userId="6f7ce202-1df2-4504-98db-61df081c8642" providerId="ADAL" clId="{1EDD1F37-76F2-4637-BF03-5CBE04FD8CA1}" dt="2026-07-08T08:29:41.153" v="387" actId="14100"/>
          <ac:picMkLst>
            <pc:docMk/>
            <pc:sldMk cId="1674258812" sldId="291"/>
            <ac:picMk id="4" creationId="{AE0C5FE2-9E6B-A3FA-0891-25950DE95704}"/>
          </ac:picMkLst>
        </pc:picChg>
      </pc:sldChg>
      <pc:sldChg chg="addSp delSp modSp add mod">
        <pc:chgData name="Alexis Martini" userId="6f7ce202-1df2-4504-98db-61df081c8642" providerId="ADAL" clId="{1EDD1F37-76F2-4637-BF03-5CBE04FD8CA1}" dt="2026-07-08T08:34:18.450" v="441" actId="1076"/>
        <pc:sldMkLst>
          <pc:docMk/>
          <pc:sldMk cId="1636464378" sldId="293"/>
        </pc:sldMkLst>
        <pc:spChg chg="mod">
          <ac:chgData name="Alexis Martini" userId="6f7ce202-1df2-4504-98db-61df081c8642" providerId="ADAL" clId="{1EDD1F37-76F2-4637-BF03-5CBE04FD8CA1}" dt="2026-07-08T03:31:07.135" v="70"/>
          <ac:spMkLst>
            <pc:docMk/>
            <pc:sldMk cId="1636464378" sldId="293"/>
            <ac:spMk id="182" creationId="{2304F688-467C-A9A9-C535-5BB207A11236}"/>
          </ac:spMkLst>
        </pc:spChg>
        <pc:spChg chg="mod">
          <ac:chgData name="Alexis Martini" userId="6f7ce202-1df2-4504-98db-61df081c8642" providerId="ADAL" clId="{1EDD1F37-76F2-4637-BF03-5CBE04FD8CA1}" dt="2026-07-08T08:16:16.035" v="296" actId="14100"/>
          <ac:spMkLst>
            <pc:docMk/>
            <pc:sldMk cId="1636464378" sldId="293"/>
            <ac:spMk id="183" creationId="{E3872FF0-70FF-9419-90B1-0833B4913766}"/>
          </ac:spMkLst>
        </pc:spChg>
        <pc:picChg chg="add mod">
          <ac:chgData name="Alexis Martini" userId="6f7ce202-1df2-4504-98db-61df081c8642" providerId="ADAL" clId="{1EDD1F37-76F2-4637-BF03-5CBE04FD8CA1}" dt="2026-07-08T08:34:18.450" v="441" actId="1076"/>
          <ac:picMkLst>
            <pc:docMk/>
            <pc:sldMk cId="1636464378" sldId="293"/>
            <ac:picMk id="13" creationId="{79A0FC17-EB31-F21E-EAB8-7CE1CCFF6747}"/>
          </ac:picMkLst>
        </pc:picChg>
      </pc:sldChg>
      <pc:sldChg chg="addSp delSp modSp add mod">
        <pc:chgData name="Alexis Martini" userId="6f7ce202-1df2-4504-98db-61df081c8642" providerId="ADAL" clId="{1EDD1F37-76F2-4637-BF03-5CBE04FD8CA1}" dt="2026-07-08T08:35:26.821" v="450" actId="1076"/>
        <pc:sldMkLst>
          <pc:docMk/>
          <pc:sldMk cId="663628693" sldId="294"/>
        </pc:sldMkLst>
        <pc:spChg chg="mod">
          <ac:chgData name="Alexis Martini" userId="6f7ce202-1df2-4504-98db-61df081c8642" providerId="ADAL" clId="{1EDD1F37-76F2-4637-BF03-5CBE04FD8CA1}" dt="2026-07-08T08:34:37.893" v="444" actId="1076"/>
          <ac:spMkLst>
            <pc:docMk/>
            <pc:sldMk cId="663628693" sldId="294"/>
            <ac:spMk id="182" creationId="{5011B11E-F402-9275-FAAE-AEEE91EDE71B}"/>
          </ac:spMkLst>
        </pc:spChg>
        <pc:spChg chg="mod">
          <ac:chgData name="Alexis Martini" userId="6f7ce202-1df2-4504-98db-61df081c8642" providerId="ADAL" clId="{1EDD1F37-76F2-4637-BF03-5CBE04FD8CA1}" dt="2026-07-08T08:34:37.893" v="444" actId="1076"/>
          <ac:spMkLst>
            <pc:docMk/>
            <pc:sldMk cId="663628693" sldId="294"/>
            <ac:spMk id="183" creationId="{C87A6D91-C698-B4CB-7022-1C921E34C5C1}"/>
          </ac:spMkLst>
        </pc:spChg>
        <pc:picChg chg="add mod">
          <ac:chgData name="Alexis Martini" userId="6f7ce202-1df2-4504-98db-61df081c8642" providerId="ADAL" clId="{1EDD1F37-76F2-4637-BF03-5CBE04FD8CA1}" dt="2026-07-08T08:35:26.821" v="450" actId="1076"/>
          <ac:picMkLst>
            <pc:docMk/>
            <pc:sldMk cId="663628693" sldId="294"/>
            <ac:picMk id="7" creationId="{3CFE45AB-ABA0-2F60-EABD-92E16B6E11E2}"/>
          </ac:picMkLst>
        </pc:picChg>
        <pc:picChg chg="mod">
          <ac:chgData name="Alexis Martini" userId="6f7ce202-1df2-4504-98db-61df081c8642" providerId="ADAL" clId="{1EDD1F37-76F2-4637-BF03-5CBE04FD8CA1}" dt="2026-07-08T08:34:40.029" v="445" actId="1076"/>
          <ac:picMkLst>
            <pc:docMk/>
            <pc:sldMk cId="663628693" sldId="294"/>
            <ac:picMk id="8" creationId="{71B77F42-944E-706C-2B9C-80CCE4724F10}"/>
          </ac:picMkLst>
        </pc:picChg>
        <pc:picChg chg="mod">
          <ac:chgData name="Alexis Martini" userId="6f7ce202-1df2-4504-98db-61df081c8642" providerId="ADAL" clId="{1EDD1F37-76F2-4637-BF03-5CBE04FD8CA1}" dt="2026-07-08T08:34:31.550" v="443" actId="14100"/>
          <ac:picMkLst>
            <pc:docMk/>
            <pc:sldMk cId="663628693" sldId="294"/>
            <ac:picMk id="10" creationId="{4F741C0D-24F8-EA63-9544-2E699F9F4F2E}"/>
          </ac:picMkLst>
        </pc:picChg>
        <pc:cxnChg chg="mod">
          <ac:chgData name="Alexis Martini" userId="6f7ce202-1df2-4504-98db-61df081c8642" providerId="ADAL" clId="{1EDD1F37-76F2-4637-BF03-5CBE04FD8CA1}" dt="2026-07-08T08:34:37.893" v="444" actId="1076"/>
          <ac:cxnSpMkLst>
            <pc:docMk/>
            <pc:sldMk cId="663628693" sldId="294"/>
            <ac:cxnSpMk id="2" creationId="{C72D5936-942A-AF61-AA8B-DA158587BB1D}"/>
          </ac:cxnSpMkLst>
        </pc:cxnChg>
      </pc:sldChg>
      <pc:sldChg chg="addSp modSp mod">
        <pc:chgData name="Alexis Martini" userId="6f7ce202-1df2-4504-98db-61df081c8642" providerId="ADAL" clId="{1EDD1F37-76F2-4637-BF03-5CBE04FD8CA1}" dt="2026-07-08T08:36:34.720" v="451" actId="20577"/>
        <pc:sldMkLst>
          <pc:docMk/>
          <pc:sldMk cId="3220528137" sldId="296"/>
        </pc:sldMkLst>
        <pc:spChg chg="add mod">
          <ac:chgData name="Alexis Martini" userId="6f7ce202-1df2-4504-98db-61df081c8642" providerId="ADAL" clId="{1EDD1F37-76F2-4637-BF03-5CBE04FD8CA1}" dt="2026-07-08T08:18:43.587" v="323" actId="1076"/>
          <ac:spMkLst>
            <pc:docMk/>
            <pc:sldMk cId="3220528137" sldId="296"/>
            <ac:spMk id="3" creationId="{DDCE582F-333B-C923-14D4-280E5B85D317}"/>
          </ac:spMkLst>
        </pc:spChg>
        <pc:spChg chg="add mod">
          <ac:chgData name="Alexis Martini" userId="6f7ce202-1df2-4504-98db-61df081c8642" providerId="ADAL" clId="{1EDD1F37-76F2-4637-BF03-5CBE04FD8CA1}" dt="2026-07-08T08:21:20.245" v="348" actId="1076"/>
          <ac:spMkLst>
            <pc:docMk/>
            <pc:sldMk cId="3220528137" sldId="296"/>
            <ac:spMk id="5" creationId="{53190165-79D9-64B0-70B1-C0785A084A7F}"/>
          </ac:spMkLst>
        </pc:spChg>
        <pc:spChg chg="mod">
          <ac:chgData name="Alexis Martini" userId="6f7ce202-1df2-4504-98db-61df081c8642" providerId="ADAL" clId="{1EDD1F37-76F2-4637-BF03-5CBE04FD8CA1}" dt="2026-07-08T08:30:26.668" v="398" actId="14100"/>
          <ac:spMkLst>
            <pc:docMk/>
            <pc:sldMk cId="3220528137" sldId="296"/>
            <ac:spMk id="297" creationId="{E2DE5D14-F964-C323-2AA0-C97EFB709ECD}"/>
          </ac:spMkLst>
        </pc:spChg>
        <pc:spChg chg="mod">
          <ac:chgData name="Alexis Martini" userId="6f7ce202-1df2-4504-98db-61df081c8642" providerId="ADAL" clId="{1EDD1F37-76F2-4637-BF03-5CBE04FD8CA1}" dt="2026-07-08T08:36:34.720" v="451" actId="20577"/>
          <ac:spMkLst>
            <pc:docMk/>
            <pc:sldMk cId="3220528137" sldId="296"/>
            <ac:spMk id="299" creationId="{404524EC-BDBA-B5DB-DEE9-D7A12EC09569}"/>
          </ac:spMkLst>
        </pc:spChg>
        <pc:picChg chg="mod modCrop">
          <ac:chgData name="Alexis Martini" userId="6f7ce202-1df2-4504-98db-61df081c8642" providerId="ADAL" clId="{1EDD1F37-76F2-4637-BF03-5CBE04FD8CA1}" dt="2026-07-08T08:18:38.205" v="322" actId="732"/>
          <ac:picMkLst>
            <pc:docMk/>
            <pc:sldMk cId="3220528137" sldId="296"/>
            <ac:picMk id="13" creationId="{0EB587D3-7AC4-12CC-4049-06963714923B}"/>
          </ac:picMkLst>
        </pc:picChg>
      </pc:sldChg>
      <pc:sldChg chg="modSp mod">
        <pc:chgData name="Alexis Martini" userId="6f7ce202-1df2-4504-98db-61df081c8642" providerId="ADAL" clId="{1EDD1F37-76F2-4637-BF03-5CBE04FD8CA1}" dt="2026-07-08T08:30:55.984" v="406" actId="20577"/>
        <pc:sldMkLst>
          <pc:docMk/>
          <pc:sldMk cId="2979824147" sldId="297"/>
        </pc:sldMkLst>
        <pc:spChg chg="mod">
          <ac:chgData name="Alexis Martini" userId="6f7ce202-1df2-4504-98db-61df081c8642" providerId="ADAL" clId="{1EDD1F37-76F2-4637-BF03-5CBE04FD8CA1}" dt="2026-07-08T08:30:54.176" v="402" actId="14100"/>
          <ac:spMkLst>
            <pc:docMk/>
            <pc:sldMk cId="2979824147" sldId="297"/>
            <ac:spMk id="297" creationId="{748029D2-7578-CFBA-C994-26042F9B0333}"/>
          </ac:spMkLst>
        </pc:spChg>
        <pc:spChg chg="mod">
          <ac:chgData name="Alexis Martini" userId="6f7ce202-1df2-4504-98db-61df081c8642" providerId="ADAL" clId="{1EDD1F37-76F2-4637-BF03-5CBE04FD8CA1}" dt="2026-07-08T08:30:55.984" v="406" actId="20577"/>
          <ac:spMkLst>
            <pc:docMk/>
            <pc:sldMk cId="2979824147" sldId="297"/>
            <ac:spMk id="299" creationId="{0390400E-EDCF-984A-14CD-CA47612E34BD}"/>
          </ac:spMkLst>
        </pc:spChg>
        <pc:picChg chg="mod">
          <ac:chgData name="Alexis Martini" userId="6f7ce202-1df2-4504-98db-61df081c8642" providerId="ADAL" clId="{1EDD1F37-76F2-4637-BF03-5CBE04FD8CA1}" dt="2026-07-08T08:14:50.315" v="291" actId="1076"/>
          <ac:picMkLst>
            <pc:docMk/>
            <pc:sldMk cId="2979824147" sldId="297"/>
            <ac:picMk id="8" creationId="{473FB709-EF02-C697-9BFB-59F18AFEF67F}"/>
          </ac:picMkLst>
        </pc:picChg>
        <pc:cxnChg chg="mod">
          <ac:chgData name="Alexis Martini" userId="6f7ce202-1df2-4504-98db-61df081c8642" providerId="ADAL" clId="{1EDD1F37-76F2-4637-BF03-5CBE04FD8CA1}" dt="2026-07-08T08:30:54.176" v="402" actId="14100"/>
          <ac:cxnSpMkLst>
            <pc:docMk/>
            <pc:sldMk cId="2979824147" sldId="297"/>
            <ac:cxnSpMk id="12" creationId="{84B97FAB-A419-FC83-5D57-427592F90903}"/>
          </ac:cxnSpMkLst>
        </pc:cxnChg>
      </pc:sldChg>
    </pc:docChg>
  </pc:docChgLst>
  <pc:docChgLst>
    <pc:chgData name="Andy Clement" userId="e8ed80cc-8a0d-4827-9baa-81d572f843c6" providerId="ADAL" clId="{FECDC144-A334-4667-9D16-74EAF44BDA13}"/>
    <pc:docChg chg="undo custSel addSld delSld modSld delMainMaster">
      <pc:chgData name="Andy Clement" userId="e8ed80cc-8a0d-4827-9baa-81d572f843c6" providerId="ADAL" clId="{FECDC144-A334-4667-9D16-74EAF44BDA13}" dt="2026-07-08T08:40:25.003" v="2339" actId="20577"/>
      <pc:docMkLst>
        <pc:docMk/>
      </pc:docMkLst>
      <pc:sldChg chg="addSp delSp modSp mod modNotes">
        <pc:chgData name="Andy Clement" userId="e8ed80cc-8a0d-4827-9baa-81d572f843c6" providerId="ADAL" clId="{FECDC144-A334-4667-9D16-74EAF44BDA13}" dt="2026-07-08T08:40:25.003" v="2339" actId="20577"/>
        <pc:sldMkLst>
          <pc:docMk/>
          <pc:sldMk cId="0" sldId="256"/>
        </pc:sldMkLst>
        <pc:spChg chg="add del mod">
          <ac:chgData name="Andy Clement" userId="e8ed80cc-8a0d-4827-9baa-81d572f843c6" providerId="ADAL" clId="{FECDC144-A334-4667-9D16-74EAF44BDA13}" dt="2026-07-08T03:20:49.911" v="18" actId="478"/>
          <ac:spMkLst>
            <pc:docMk/>
            <pc:sldMk cId="0" sldId="256"/>
            <ac:spMk id="4" creationId="{D99CA05C-081C-D292-D89D-46DBD905A407}"/>
          </ac:spMkLst>
        </pc:spChg>
        <pc:spChg chg="add mod">
          <ac:chgData name="Andy Clement" userId="e8ed80cc-8a0d-4827-9baa-81d572f843c6" providerId="ADAL" clId="{FECDC144-A334-4667-9D16-74EAF44BDA13}" dt="2026-07-08T08:40:25.003" v="2339" actId="20577"/>
          <ac:spMkLst>
            <pc:docMk/>
            <pc:sldMk cId="0" sldId="256"/>
            <ac:spMk id="6" creationId="{1678DAA7-2148-5728-21D2-285527394010}"/>
          </ac:spMkLst>
        </pc:spChg>
        <pc:spChg chg="add del mod">
          <ac:chgData name="Andy Clement" userId="e8ed80cc-8a0d-4827-9baa-81d572f843c6" providerId="ADAL" clId="{FECDC144-A334-4667-9D16-74EAF44BDA13}" dt="2026-07-08T03:19:04.595" v="7" actId="478"/>
          <ac:spMkLst>
            <pc:docMk/>
            <pc:sldMk cId="0" sldId="256"/>
            <ac:spMk id="7" creationId="{C9E611EC-4B96-36E2-C85B-4DB544430D24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6"/>
            <ac:spMk id="136" creationId="{00000000-0000-0000-0000-000000000000}"/>
          </ac:spMkLst>
        </pc:spChg>
        <pc:spChg chg="del">
          <ac:chgData name="Andy Clement" userId="e8ed80cc-8a0d-4827-9baa-81d572f843c6" providerId="ADAL" clId="{FECDC144-A334-4667-9D16-74EAF44BDA13}" dt="2026-07-08T03:20:47.876" v="17" actId="478"/>
          <ac:spMkLst>
            <pc:docMk/>
            <pc:sldMk cId="0" sldId="256"/>
            <ac:spMk id="137" creationId="{00000000-0000-0000-0000-000000000000}"/>
          </ac:spMkLst>
        </pc:spChg>
        <pc:picChg chg="add del mod">
          <ac:chgData name="Andy Clement" userId="e8ed80cc-8a0d-4827-9baa-81d572f843c6" providerId="ADAL" clId="{FECDC144-A334-4667-9D16-74EAF44BDA13}" dt="2026-07-08T08:39:24.552" v="2320" actId="478"/>
          <ac:picMkLst>
            <pc:docMk/>
            <pc:sldMk cId="0" sldId="256"/>
            <ac:picMk id="3" creationId="{53C9D3A4-BBAA-39A7-CC20-7FD5E8E2A961}"/>
          </ac:picMkLst>
        </pc:picChg>
        <pc:picChg chg="add">
          <ac:chgData name="Andy Clement" userId="e8ed80cc-8a0d-4827-9baa-81d572f843c6" providerId="ADAL" clId="{FECDC144-A334-4667-9D16-74EAF44BDA13}" dt="2026-07-08T08:39:31.919" v="2322" actId="22"/>
          <ac:picMkLst>
            <pc:docMk/>
            <pc:sldMk cId="0" sldId="256"/>
            <ac:picMk id="4" creationId="{BFB8A3E5-ACB4-AAC2-220E-34ECAA838320}"/>
          </ac:picMkLst>
        </pc:picChg>
        <pc:picChg chg="add del mod">
          <ac:chgData name="Andy Clement" userId="e8ed80cc-8a0d-4827-9baa-81d572f843c6" providerId="ADAL" clId="{FECDC144-A334-4667-9D16-74EAF44BDA13}" dt="2026-07-08T08:39:25.427" v="2321" actId="478"/>
          <ac:picMkLst>
            <pc:docMk/>
            <pc:sldMk cId="0" sldId="256"/>
            <ac:picMk id="5" creationId="{1911FB74-9DA2-1E48-73B5-4F96796C56AC}"/>
          </ac:picMkLst>
        </pc:picChg>
        <pc:picChg chg="add">
          <ac:chgData name="Andy Clement" userId="e8ed80cc-8a0d-4827-9baa-81d572f843c6" providerId="ADAL" clId="{FECDC144-A334-4667-9D16-74EAF44BDA13}" dt="2026-07-08T08:39:36.858" v="2323" actId="22"/>
          <ac:picMkLst>
            <pc:docMk/>
            <pc:sldMk cId="0" sldId="256"/>
            <ac:picMk id="8" creationId="{B38384BF-7D91-D970-896A-D86633E95222}"/>
          </ac:picMkLst>
        </pc:picChg>
        <pc:picChg chg="del">
          <ac:chgData name="Andy Clement" userId="e8ed80cc-8a0d-4827-9baa-81d572f843c6" providerId="ADAL" clId="{FECDC144-A334-4667-9D16-74EAF44BDA13}" dt="2026-07-08T03:18:23.943" v="4" actId="478"/>
          <ac:picMkLst>
            <pc:docMk/>
            <pc:sldMk cId="0" sldId="256"/>
            <ac:picMk id="138" creationId="{00000000-0000-0000-0000-000000000000}"/>
          </ac:picMkLst>
        </pc:picChg>
      </pc:sldChg>
      <pc:sldChg chg="modSp del mod">
        <pc:chgData name="Andy Clement" userId="e8ed80cc-8a0d-4827-9baa-81d572f843c6" providerId="ADAL" clId="{FECDC144-A334-4667-9D16-74EAF44BDA13}" dt="2026-07-08T08:32:21.268" v="2248" actId="47"/>
        <pc:sldMkLst>
          <pc:docMk/>
          <pc:sldMk cId="0" sldId="257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7"/>
            <ac:spMk id="14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7"/>
            <ac:spMk id="14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7"/>
            <ac:spMk id="14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7"/>
            <ac:spMk id="147" creationId="{00000000-0000-0000-0000-000000000000}"/>
          </ac:spMkLst>
        </pc:spChg>
        <pc:graphicFrameChg chg="modGraphic">
          <ac:chgData name="Andy Clement" userId="e8ed80cc-8a0d-4827-9baa-81d572f843c6" providerId="ADAL" clId="{FECDC144-A334-4667-9D16-74EAF44BDA13}" dt="2026-07-08T03:40:44.767" v="259" actId="790"/>
          <ac:graphicFrameMkLst>
            <pc:docMk/>
            <pc:sldMk cId="0" sldId="257"/>
            <ac:graphicFrameMk id="145" creationId="{00000000-0000-0000-0000-000000000000}"/>
          </ac:graphicFrameMkLst>
        </pc:graphicFrameChg>
      </pc:sldChg>
      <pc:sldChg chg="modSp del mod">
        <pc:chgData name="Andy Clement" userId="e8ed80cc-8a0d-4827-9baa-81d572f843c6" providerId="ADAL" clId="{FECDC144-A334-4667-9D16-74EAF44BDA13}" dt="2026-07-08T08:32:20.568" v="2247" actId="47"/>
        <pc:sldMkLst>
          <pc:docMk/>
          <pc:sldMk cId="0" sldId="258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8"/>
            <ac:spMk id="15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8"/>
            <ac:spMk id="15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8"/>
            <ac:spMk id="15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8"/>
            <ac:spMk id="157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8"/>
            <ac:spMk id="16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8"/>
            <ac:spMk id="16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8"/>
            <ac:spMk id="16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8"/>
            <ac:spMk id="16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8"/>
            <ac:spMk id="16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8"/>
            <ac:spMk id="167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9.715" v="2246" actId="47"/>
        <pc:sldMkLst>
          <pc:docMk/>
          <pc:sldMk cId="0" sldId="259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9"/>
            <ac:spMk id="18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59"/>
            <ac:spMk id="183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8.696" v="2245" actId="47"/>
        <pc:sldMkLst>
          <pc:docMk/>
          <pc:sldMk cId="0" sldId="260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0"/>
            <ac:spMk id="18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0"/>
            <ac:spMk id="18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0"/>
            <ac:spMk id="190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8.444" v="2244" actId="47"/>
        <pc:sldMkLst>
          <pc:docMk/>
          <pc:sldMk cId="0" sldId="261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1"/>
            <ac:spMk id="19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1"/>
            <ac:spMk id="197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8.246" v="2243" actId="47"/>
        <pc:sldMkLst>
          <pc:docMk/>
          <pc:sldMk cId="0" sldId="262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2"/>
            <ac:spMk id="20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2"/>
            <ac:spMk id="20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2"/>
            <ac:spMk id="20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2"/>
            <ac:spMk id="20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2"/>
            <ac:spMk id="20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2"/>
            <ac:spMk id="208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8.002" v="2242" actId="47"/>
        <pc:sldMkLst>
          <pc:docMk/>
          <pc:sldMk cId="0" sldId="263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3"/>
            <ac:spMk id="21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3"/>
            <ac:spMk id="21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3"/>
            <ac:spMk id="21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3"/>
            <ac:spMk id="21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3"/>
            <ac:spMk id="217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3"/>
            <ac:spMk id="21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3"/>
            <ac:spMk id="21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3"/>
            <ac:spMk id="22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3"/>
            <ac:spMk id="226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7.764" v="2241" actId="47"/>
        <pc:sldMkLst>
          <pc:docMk/>
          <pc:sldMk cId="0" sldId="264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4"/>
            <ac:spMk id="23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4"/>
            <ac:spMk id="23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4"/>
            <ac:spMk id="23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4"/>
            <ac:spMk id="23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4"/>
            <ac:spMk id="23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4"/>
            <ac:spMk id="23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4"/>
            <ac:spMk id="24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4"/>
            <ac:spMk id="24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4"/>
            <ac:spMk id="24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4"/>
            <ac:spMk id="252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7.558" v="2240" actId="47"/>
        <pc:sldMkLst>
          <pc:docMk/>
          <pc:sldMk cId="0" sldId="265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5"/>
            <ac:spMk id="258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7.310" v="2239" actId="47"/>
        <pc:sldMkLst>
          <pc:docMk/>
          <pc:sldMk cId="0" sldId="266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6"/>
            <ac:spMk id="26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6"/>
            <ac:spMk id="26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6"/>
            <ac:spMk id="26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6"/>
            <ac:spMk id="26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6"/>
            <ac:spMk id="267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6"/>
            <ac:spMk id="26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6"/>
            <ac:spMk id="26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6"/>
            <ac:spMk id="27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6"/>
            <ac:spMk id="271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6.894" v="2238" actId="47"/>
        <pc:sldMkLst>
          <pc:docMk/>
          <pc:sldMk cId="0" sldId="267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7"/>
            <ac:spMk id="28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7"/>
            <ac:spMk id="28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7"/>
            <ac:spMk id="28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7"/>
            <ac:spMk id="28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7"/>
            <ac:spMk id="287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7"/>
            <ac:spMk id="28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7"/>
            <ac:spMk id="28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7"/>
            <ac:spMk id="290" creationId="{00000000-0000-0000-0000-000000000000}"/>
          </ac:spMkLst>
        </pc:spChg>
        <pc:graphicFrameChg chg="modGraphic">
          <ac:chgData name="Andy Clement" userId="e8ed80cc-8a0d-4827-9baa-81d572f843c6" providerId="ADAL" clId="{FECDC144-A334-4667-9D16-74EAF44BDA13}" dt="2026-07-08T03:40:44.767" v="259" actId="790"/>
          <ac:graphicFrameMkLst>
            <pc:docMk/>
            <pc:sldMk cId="0" sldId="267"/>
            <ac:graphicFrameMk id="283" creationId="{00000000-0000-0000-0000-000000000000}"/>
          </ac:graphicFrameMkLst>
        </pc:graphicFrameChg>
      </pc:sldChg>
      <pc:sldChg chg="modSp del mod">
        <pc:chgData name="Andy Clement" userId="e8ed80cc-8a0d-4827-9baa-81d572f843c6" providerId="ADAL" clId="{FECDC144-A334-4667-9D16-74EAF44BDA13}" dt="2026-07-08T08:32:16.637" v="2237" actId="47"/>
        <pc:sldMkLst>
          <pc:docMk/>
          <pc:sldMk cId="0" sldId="268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8"/>
            <ac:spMk id="29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8"/>
            <ac:spMk id="297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8"/>
            <ac:spMk id="29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8"/>
            <ac:spMk id="299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6.405" v="2236" actId="47"/>
        <pc:sldMkLst>
          <pc:docMk/>
          <pc:sldMk cId="0" sldId="269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9"/>
            <ac:spMk id="31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9"/>
            <ac:spMk id="31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9"/>
            <ac:spMk id="31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9"/>
            <ac:spMk id="31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9"/>
            <ac:spMk id="31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9"/>
            <ac:spMk id="317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9"/>
            <ac:spMk id="31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9"/>
            <ac:spMk id="31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9"/>
            <ac:spMk id="32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69"/>
            <ac:spMk id="321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5.871" v="2235" actId="47"/>
        <pc:sldMkLst>
          <pc:docMk/>
          <pc:sldMk cId="0" sldId="270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0"/>
            <ac:spMk id="32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0"/>
            <ac:spMk id="327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5.685" v="2234" actId="47"/>
        <pc:sldMkLst>
          <pc:docMk/>
          <pc:sldMk cId="0" sldId="271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1"/>
            <ac:spMk id="33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1"/>
            <ac:spMk id="333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5.510" v="2233" actId="47"/>
        <pc:sldMkLst>
          <pc:docMk/>
          <pc:sldMk cId="0" sldId="272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2"/>
            <ac:spMk id="34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2"/>
            <ac:spMk id="34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2"/>
            <ac:spMk id="35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2"/>
            <ac:spMk id="35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2"/>
            <ac:spMk id="35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2"/>
            <ac:spMk id="35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2"/>
            <ac:spMk id="357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2"/>
            <ac:spMk id="37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2"/>
            <ac:spMk id="377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2"/>
            <ac:spMk id="379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5.296" v="2232" actId="47"/>
        <pc:sldMkLst>
          <pc:docMk/>
          <pc:sldMk cId="0" sldId="273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3"/>
            <ac:spMk id="38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3"/>
            <ac:spMk id="38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3"/>
            <ac:spMk id="39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3"/>
            <ac:spMk id="40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3"/>
            <ac:spMk id="40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3"/>
            <ac:spMk id="40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3"/>
            <ac:spMk id="41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3"/>
            <ac:spMk id="41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3"/>
            <ac:spMk id="42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3"/>
            <ac:spMk id="422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5.128" v="2231" actId="47"/>
        <pc:sldMkLst>
          <pc:docMk/>
          <pc:sldMk cId="0" sldId="274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4"/>
            <ac:spMk id="44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4"/>
            <ac:spMk id="44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4"/>
            <ac:spMk id="44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4"/>
            <ac:spMk id="44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4"/>
            <ac:spMk id="44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4"/>
            <ac:spMk id="45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4"/>
            <ac:spMk id="45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4"/>
            <ac:spMk id="45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4"/>
            <ac:spMk id="457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4"/>
            <ac:spMk id="459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4.869" v="2230" actId="47"/>
        <pc:sldMkLst>
          <pc:docMk/>
          <pc:sldMk cId="0" sldId="275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5"/>
            <ac:spMk id="46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5"/>
            <ac:spMk id="47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5"/>
            <ac:spMk id="471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4.691" v="2229" actId="47"/>
        <pc:sldMkLst>
          <pc:docMk/>
          <pc:sldMk cId="0" sldId="276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6"/>
            <ac:spMk id="48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6"/>
            <ac:spMk id="48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6"/>
            <ac:spMk id="51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6"/>
            <ac:spMk id="53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6"/>
            <ac:spMk id="55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6"/>
            <ac:spMk id="55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6"/>
            <ac:spMk id="57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6"/>
            <ac:spMk id="57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6"/>
            <ac:spMk id="58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6"/>
            <ac:spMk id="586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4.550" v="2228" actId="47"/>
        <pc:sldMkLst>
          <pc:docMk/>
          <pc:sldMk cId="0" sldId="277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7"/>
            <ac:spMk id="63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7"/>
            <ac:spMk id="71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7"/>
            <ac:spMk id="76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7"/>
            <ac:spMk id="84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7"/>
            <ac:spMk id="85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7"/>
            <ac:spMk id="92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7"/>
            <ac:spMk id="99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7"/>
            <ac:spMk id="101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7"/>
            <ac:spMk id="107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7"/>
            <ac:spMk id="1121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4.261" v="2227" actId="47"/>
        <pc:sldMkLst>
          <pc:docMk/>
          <pc:sldMk cId="0" sldId="278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8"/>
            <ac:spMk id="113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8"/>
            <ac:spMk id="114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8"/>
            <ac:spMk id="119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8"/>
            <ac:spMk id="120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8"/>
            <ac:spMk id="127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8"/>
            <ac:spMk id="128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8"/>
            <ac:spMk id="131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8"/>
            <ac:spMk id="1357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8"/>
            <ac:spMk id="139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8"/>
            <ac:spMk id="1409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4.065" v="2226" actId="47"/>
        <pc:sldMkLst>
          <pc:docMk/>
          <pc:sldMk cId="0" sldId="279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9"/>
            <ac:spMk id="144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9"/>
            <ac:spMk id="144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9"/>
            <ac:spMk id="1447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9"/>
            <ac:spMk id="144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9"/>
            <ac:spMk id="145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9"/>
            <ac:spMk id="145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9"/>
            <ac:spMk id="146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9"/>
            <ac:spMk id="146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9"/>
            <ac:spMk id="146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79"/>
            <ac:spMk id="1468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3.929" v="2225" actId="47"/>
        <pc:sldMkLst>
          <pc:docMk/>
          <pc:sldMk cId="0" sldId="280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0"/>
            <ac:spMk id="148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0"/>
            <ac:spMk id="152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0"/>
            <ac:spMk id="153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0"/>
            <ac:spMk id="155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0"/>
            <ac:spMk id="159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0"/>
            <ac:spMk id="159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0"/>
            <ac:spMk id="160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0"/>
            <ac:spMk id="165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0"/>
            <ac:spMk id="166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0"/>
            <ac:spMk id="1673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3.655" v="2224" actId="47"/>
        <pc:sldMkLst>
          <pc:docMk/>
          <pc:sldMk cId="0" sldId="281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1"/>
            <ac:spMk id="172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1"/>
            <ac:spMk id="172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1"/>
            <ac:spMk id="172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1"/>
            <ac:spMk id="174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1"/>
            <ac:spMk id="175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1"/>
            <ac:spMk id="178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1"/>
            <ac:spMk id="1807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1"/>
            <ac:spMk id="181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1"/>
            <ac:spMk id="182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1"/>
            <ac:spMk id="1859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3.503" v="2223" actId="47"/>
        <pc:sldMkLst>
          <pc:docMk/>
          <pc:sldMk cId="0" sldId="282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2"/>
            <ac:spMk id="187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2"/>
            <ac:spMk id="191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2"/>
            <ac:spMk id="198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2"/>
            <ac:spMk id="200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2"/>
            <ac:spMk id="207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2"/>
            <ac:spMk id="211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2"/>
            <ac:spMk id="212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2"/>
            <ac:spMk id="215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2"/>
            <ac:spMk id="224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2"/>
            <ac:spMk id="2306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3.332" v="2222" actId="47"/>
        <pc:sldMkLst>
          <pc:docMk/>
          <pc:sldMk cId="0" sldId="283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3"/>
            <ac:spMk id="234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3"/>
            <ac:spMk id="239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3"/>
            <ac:spMk id="242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3"/>
            <ac:spMk id="244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3"/>
            <ac:spMk id="247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3"/>
            <ac:spMk id="250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3"/>
            <ac:spMk id="254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3"/>
            <ac:spMk id="262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3"/>
            <ac:spMk id="268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3"/>
            <ac:spMk id="2754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3.132" v="2221" actId="47"/>
        <pc:sldMkLst>
          <pc:docMk/>
          <pc:sldMk cId="0" sldId="284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4"/>
            <ac:spMk id="276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4"/>
            <ac:spMk id="281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4"/>
            <ac:spMk id="2857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4"/>
            <ac:spMk id="293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4"/>
            <ac:spMk id="295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4"/>
            <ac:spMk id="300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4"/>
            <ac:spMk id="306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4"/>
            <ac:spMk id="314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4"/>
            <ac:spMk id="327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4"/>
            <ac:spMk id="3401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2.937" v="2220" actId="47"/>
        <pc:sldMkLst>
          <pc:docMk/>
          <pc:sldMk cId="0" sldId="285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5"/>
            <ac:spMk id="351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5"/>
            <ac:spMk id="357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5"/>
            <ac:spMk id="359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5"/>
            <ac:spMk id="363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5"/>
            <ac:spMk id="366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5"/>
            <ac:spMk id="378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5"/>
            <ac:spMk id="392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5"/>
            <ac:spMk id="402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5"/>
            <ac:spMk id="405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5"/>
            <ac:spMk id="4092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2.760" v="2219" actId="47"/>
        <pc:sldMkLst>
          <pc:docMk/>
          <pc:sldMk cId="0" sldId="286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6"/>
            <ac:spMk id="412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6"/>
            <ac:spMk id="4193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6"/>
            <ac:spMk id="425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6"/>
            <ac:spMk id="430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6"/>
            <ac:spMk id="434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6"/>
            <ac:spMk id="445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6"/>
            <ac:spMk id="4547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6"/>
            <ac:spMk id="4584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6"/>
            <ac:spMk id="463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6"/>
            <ac:spMk id="4677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2.528" v="2218" actId="47"/>
        <pc:sldMkLst>
          <pc:docMk/>
          <pc:sldMk cId="0" sldId="287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7"/>
            <ac:spMk id="4858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7"/>
            <ac:spMk id="4861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7"/>
            <ac:spMk id="486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7"/>
            <ac:spMk id="488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7"/>
            <ac:spMk id="490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7"/>
            <ac:spMk id="4907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7"/>
            <ac:spMk id="491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7"/>
            <ac:spMk id="4912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7"/>
            <ac:spMk id="4919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7"/>
            <ac:spMk id="4960" creationId="{00000000-0000-0000-0000-000000000000}"/>
          </ac:spMkLst>
        </pc:spChg>
      </pc:sldChg>
      <pc:sldChg chg="modSp del mod">
        <pc:chgData name="Andy Clement" userId="e8ed80cc-8a0d-4827-9baa-81d572f843c6" providerId="ADAL" clId="{FECDC144-A334-4667-9D16-74EAF44BDA13}" dt="2026-07-08T08:32:12.264" v="2217" actId="47"/>
        <pc:sldMkLst>
          <pc:docMk/>
          <pc:sldMk cId="0" sldId="288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8"/>
            <ac:spMk id="5006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8"/>
            <ac:spMk id="5017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8"/>
            <ac:spMk id="506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8"/>
            <ac:spMk id="515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8"/>
            <ac:spMk id="517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8"/>
            <ac:spMk id="525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8"/>
            <ac:spMk id="5270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8"/>
            <ac:spMk id="528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8"/>
            <ac:spMk id="5325" creationId="{00000000-0000-0000-0000-000000000000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0" sldId="288"/>
            <ac:spMk id="5392" creationId="{00000000-0000-0000-0000-000000000000}"/>
          </ac:spMkLst>
        </pc:spChg>
      </pc:sldChg>
      <pc:sldChg chg="del">
        <pc:chgData name="Andy Clement" userId="e8ed80cc-8a0d-4827-9baa-81d572f843c6" providerId="ADAL" clId="{FECDC144-A334-4667-9D16-74EAF44BDA13}" dt="2026-07-08T08:32:11.665" v="2216" actId="47"/>
        <pc:sldMkLst>
          <pc:docMk/>
          <pc:sldMk cId="0" sldId="289"/>
        </pc:sldMkLst>
      </pc:sldChg>
      <pc:sldChg chg="addSp delSp modSp mod">
        <pc:chgData name="Andy Clement" userId="e8ed80cc-8a0d-4827-9baa-81d572f843c6" providerId="ADAL" clId="{FECDC144-A334-4667-9D16-74EAF44BDA13}" dt="2026-07-08T08:33:22.820" v="2255" actId="1076"/>
        <pc:sldMkLst>
          <pc:docMk/>
          <pc:sldMk cId="2883656853" sldId="290"/>
        </pc:sldMkLst>
        <pc:spChg chg="del mod">
          <ac:chgData name="Andy Clement" userId="e8ed80cc-8a0d-4827-9baa-81d572f843c6" providerId="ADAL" clId="{FECDC144-A334-4667-9D16-74EAF44BDA13}" dt="2026-07-08T03:57:22.657" v="472" actId="478"/>
          <ac:spMkLst>
            <pc:docMk/>
            <pc:sldMk cId="2883656853" sldId="290"/>
            <ac:spMk id="3" creationId="{232D9F0C-E3A2-6262-1B2A-27515C240A97}"/>
          </ac:spMkLst>
        </pc:spChg>
        <pc:spChg chg="add del mod">
          <ac:chgData name="Andy Clement" userId="e8ed80cc-8a0d-4827-9baa-81d572f843c6" providerId="ADAL" clId="{FECDC144-A334-4667-9D16-74EAF44BDA13}" dt="2026-07-08T03:36:25.295" v="146" actId="478"/>
          <ac:spMkLst>
            <pc:docMk/>
            <pc:sldMk cId="2883656853" sldId="290"/>
            <ac:spMk id="8" creationId="{1EE526C4-4E26-ED1E-2679-C72FBB1A7EAF}"/>
          </ac:spMkLst>
        </pc:spChg>
        <pc:spChg chg="add mod">
          <ac:chgData name="Andy Clement" userId="e8ed80cc-8a0d-4827-9baa-81d572f843c6" providerId="ADAL" clId="{FECDC144-A334-4667-9D16-74EAF44BDA13}" dt="2026-07-08T08:33:09.507" v="2250" actId="1076"/>
          <ac:spMkLst>
            <pc:docMk/>
            <pc:sldMk cId="2883656853" sldId="290"/>
            <ac:spMk id="11" creationId="{891199B7-B2E5-1A97-BB28-363088587AF3}"/>
          </ac:spMkLst>
        </pc:spChg>
        <pc:spChg chg="add mod">
          <ac:chgData name="Andy Clement" userId="e8ed80cc-8a0d-4827-9baa-81d572f843c6" providerId="ADAL" clId="{FECDC144-A334-4667-9D16-74EAF44BDA13}" dt="2026-07-08T08:33:16.219" v="2252" actId="1076"/>
          <ac:spMkLst>
            <pc:docMk/>
            <pc:sldMk cId="2883656853" sldId="290"/>
            <ac:spMk id="13" creationId="{21518B82-33AD-DE5D-A65F-76AFBF3E8016}"/>
          </ac:spMkLst>
        </pc:spChg>
        <pc:spChg chg="add mod">
          <ac:chgData name="Andy Clement" userId="e8ed80cc-8a0d-4827-9baa-81d572f843c6" providerId="ADAL" clId="{FECDC144-A334-4667-9D16-74EAF44BDA13}" dt="2026-07-08T08:33:22.820" v="2255" actId="1076"/>
          <ac:spMkLst>
            <pc:docMk/>
            <pc:sldMk cId="2883656853" sldId="290"/>
            <ac:spMk id="15" creationId="{DDF7C4B2-5ABE-B329-9055-8E85558B8D30}"/>
          </ac:spMkLst>
        </pc:spChg>
        <pc:spChg chg="add mod">
          <ac:chgData name="Andy Clement" userId="e8ed80cc-8a0d-4827-9baa-81d572f843c6" providerId="ADAL" clId="{FECDC144-A334-4667-9D16-74EAF44BDA13}" dt="2026-07-08T08:02:02.180" v="2048" actId="20577"/>
          <ac:spMkLst>
            <pc:docMk/>
            <pc:sldMk cId="2883656853" sldId="290"/>
            <ac:spMk id="16" creationId="{1543C7DC-C579-C302-CCA6-60F4BE22AAFF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2883656853" sldId="290"/>
            <ac:spMk id="182" creationId="{170B0596-AF75-D2EB-5DCD-12DCF040BFCD}"/>
          </ac:spMkLst>
        </pc:spChg>
        <pc:spChg chg="mod">
          <ac:chgData name="Andy Clement" userId="e8ed80cc-8a0d-4827-9baa-81d572f843c6" providerId="ADAL" clId="{FECDC144-A334-4667-9D16-74EAF44BDA13}" dt="2026-07-08T07:20:50.018" v="1673" actId="20577"/>
          <ac:spMkLst>
            <pc:docMk/>
            <pc:sldMk cId="2883656853" sldId="290"/>
            <ac:spMk id="183" creationId="{1DE576DB-E256-9C9D-1975-DE04DE25A299}"/>
          </ac:spMkLst>
        </pc:spChg>
        <pc:picChg chg="add mod modCrop">
          <ac:chgData name="Andy Clement" userId="e8ed80cc-8a0d-4827-9baa-81d572f843c6" providerId="ADAL" clId="{FECDC144-A334-4667-9D16-74EAF44BDA13}" dt="2026-07-08T08:33:11.763" v="2251" actId="14100"/>
          <ac:picMkLst>
            <pc:docMk/>
            <pc:sldMk cId="2883656853" sldId="290"/>
            <ac:picMk id="4" creationId="{FD947B45-ECBC-5C35-7111-279D38D2031C}"/>
          </ac:picMkLst>
        </pc:picChg>
        <pc:picChg chg="add mod">
          <ac:chgData name="Andy Clement" userId="e8ed80cc-8a0d-4827-9baa-81d572f843c6" providerId="ADAL" clId="{FECDC144-A334-4667-9D16-74EAF44BDA13}" dt="2026-07-08T08:33:19.964" v="2254" actId="1076"/>
          <ac:picMkLst>
            <pc:docMk/>
            <pc:sldMk cId="2883656853" sldId="290"/>
            <ac:picMk id="6" creationId="{7B2DA346-A5B7-DA4E-009B-1A00FCC04C02}"/>
          </ac:picMkLst>
        </pc:picChg>
        <pc:picChg chg="add mod">
          <ac:chgData name="Andy Clement" userId="e8ed80cc-8a0d-4827-9baa-81d572f843c6" providerId="ADAL" clId="{FECDC144-A334-4667-9D16-74EAF44BDA13}" dt="2026-07-08T08:33:04.139" v="2249" actId="14100"/>
          <ac:picMkLst>
            <pc:docMk/>
            <pc:sldMk cId="2883656853" sldId="290"/>
            <ac:picMk id="10" creationId="{632460B8-564B-0E0C-FDD0-5E4ABEF29BF0}"/>
          </ac:picMkLst>
        </pc:picChg>
        <pc:picChg chg="del">
          <ac:chgData name="Andy Clement" userId="e8ed80cc-8a0d-4827-9baa-81d572f843c6" providerId="ADAL" clId="{FECDC144-A334-4667-9D16-74EAF44BDA13}" dt="2026-07-08T03:36:23.076" v="145" actId="478"/>
          <ac:picMkLst>
            <pc:docMk/>
            <pc:sldMk cId="2883656853" sldId="290"/>
            <ac:picMk id="181" creationId="{1BD94B31-D8E3-356F-A9B5-6FDCFF00CE78}"/>
          </ac:picMkLst>
        </pc:picChg>
        <pc:cxnChg chg="add mod">
          <ac:chgData name="Andy Clement" userId="e8ed80cc-8a0d-4827-9baa-81d572f843c6" providerId="ADAL" clId="{FECDC144-A334-4667-9D16-74EAF44BDA13}" dt="2026-07-08T06:48:52.630" v="750" actId="14100"/>
          <ac:cxnSpMkLst>
            <pc:docMk/>
            <pc:sldMk cId="2883656853" sldId="290"/>
            <ac:cxnSpMk id="17" creationId="{72CF5883-F9E2-01E0-448F-22F2F91739E6}"/>
          </ac:cxnSpMkLst>
        </pc:cxnChg>
      </pc:sldChg>
      <pc:sldChg chg="addSp modSp mod">
        <pc:chgData name="Andy Clement" userId="e8ed80cc-8a0d-4827-9baa-81d572f843c6" providerId="ADAL" clId="{FECDC144-A334-4667-9D16-74EAF44BDA13}" dt="2026-07-08T08:01:50.147" v="2023" actId="1076"/>
        <pc:sldMkLst>
          <pc:docMk/>
          <pc:sldMk cId="1674258812" sldId="291"/>
        </pc:sldMkLst>
        <pc:spChg chg="add mod">
          <ac:chgData name="Andy Clement" userId="e8ed80cc-8a0d-4827-9baa-81d572f843c6" providerId="ADAL" clId="{FECDC144-A334-4667-9D16-74EAF44BDA13}" dt="2026-07-08T07:15:38.257" v="1288" actId="1076"/>
          <ac:spMkLst>
            <pc:docMk/>
            <pc:sldMk cId="1674258812" sldId="291"/>
            <ac:spMk id="7" creationId="{F0E0A661-C6FB-87E8-BB3B-8ECD97185E14}"/>
          </ac:spMkLst>
        </pc:spChg>
        <pc:spChg chg="add mod">
          <ac:chgData name="Andy Clement" userId="e8ed80cc-8a0d-4827-9baa-81d572f843c6" providerId="ADAL" clId="{FECDC144-A334-4667-9D16-74EAF44BDA13}" dt="2026-07-08T07:18:53.532" v="1577" actId="20577"/>
          <ac:spMkLst>
            <pc:docMk/>
            <pc:sldMk cId="1674258812" sldId="291"/>
            <ac:spMk id="8" creationId="{A1D46678-435A-25A1-EECD-39C1AC1A9593}"/>
          </ac:spMkLst>
        </pc:spChg>
        <pc:spChg chg="mod">
          <ac:chgData name="Andy Clement" userId="e8ed80cc-8a0d-4827-9baa-81d572f843c6" providerId="ADAL" clId="{FECDC144-A334-4667-9D16-74EAF44BDA13}" dt="2026-07-08T06:48:35.521" v="747" actId="1076"/>
          <ac:spMkLst>
            <pc:docMk/>
            <pc:sldMk cId="1674258812" sldId="291"/>
            <ac:spMk id="182" creationId="{A212B693-7742-E89B-B9FB-B2CD4AF59B29}"/>
          </ac:spMkLst>
        </pc:spChg>
        <pc:spChg chg="mod">
          <ac:chgData name="Andy Clement" userId="e8ed80cc-8a0d-4827-9baa-81d572f843c6" providerId="ADAL" clId="{FECDC144-A334-4667-9D16-74EAF44BDA13}" dt="2026-07-08T08:01:50.147" v="2023" actId="1076"/>
          <ac:spMkLst>
            <pc:docMk/>
            <pc:sldMk cId="1674258812" sldId="291"/>
            <ac:spMk id="183" creationId="{725BECF2-E864-6CC5-6AF0-5F842FBAE382}"/>
          </ac:spMkLst>
        </pc:spChg>
        <pc:picChg chg="mod modCrop">
          <ac:chgData name="Andy Clement" userId="e8ed80cc-8a0d-4827-9baa-81d572f843c6" providerId="ADAL" clId="{FECDC144-A334-4667-9D16-74EAF44BDA13}" dt="2026-07-08T07:15:32.468" v="1287" actId="1076"/>
          <ac:picMkLst>
            <pc:docMk/>
            <pc:sldMk cId="1674258812" sldId="291"/>
            <ac:picMk id="4" creationId="{AE0C5FE2-9E6B-A3FA-0891-25950DE95704}"/>
          </ac:picMkLst>
        </pc:picChg>
        <pc:cxnChg chg="add mod">
          <ac:chgData name="Andy Clement" userId="e8ed80cc-8a0d-4827-9baa-81d572f843c6" providerId="ADAL" clId="{FECDC144-A334-4667-9D16-74EAF44BDA13}" dt="2026-07-08T06:49:07.535" v="753" actId="14100"/>
          <ac:cxnSpMkLst>
            <pc:docMk/>
            <pc:sldMk cId="1674258812" sldId="291"/>
            <ac:cxnSpMk id="2" creationId="{39F261FC-6FC7-1350-6B12-840567BDBD24}"/>
          </ac:cxnSpMkLst>
        </pc:cxnChg>
      </pc:sldChg>
      <pc:sldChg chg="modSp del mod">
        <pc:chgData name="Andy Clement" userId="e8ed80cc-8a0d-4827-9baa-81d572f843c6" providerId="ADAL" clId="{FECDC144-A334-4667-9D16-74EAF44BDA13}" dt="2026-07-08T04:04:01.669" v="652" actId="47"/>
        <pc:sldMkLst>
          <pc:docMk/>
          <pc:sldMk cId="1459124400" sldId="292"/>
        </pc:sldMkLst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1459124400" sldId="292"/>
            <ac:spMk id="182" creationId="{749DF624-2B7B-7DC6-9149-8D4A87FEF4D5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1459124400" sldId="292"/>
            <ac:spMk id="183" creationId="{DAA1F2A9-086B-9CBC-3374-58322D6F1CE5}"/>
          </ac:spMkLst>
        </pc:spChg>
      </pc:sldChg>
      <pc:sldChg chg="addSp delSp modSp mod">
        <pc:chgData name="Andy Clement" userId="e8ed80cc-8a0d-4827-9baa-81d572f843c6" providerId="ADAL" clId="{FECDC144-A334-4667-9D16-74EAF44BDA13}" dt="2026-07-08T08:21:10.362" v="2204" actId="478"/>
        <pc:sldMkLst>
          <pc:docMk/>
          <pc:sldMk cId="1636464378" sldId="293"/>
        </pc:sldMkLst>
        <pc:spChg chg="del mod">
          <ac:chgData name="Andy Clement" userId="e8ed80cc-8a0d-4827-9baa-81d572f843c6" providerId="ADAL" clId="{FECDC144-A334-4667-9D16-74EAF44BDA13}" dt="2026-07-08T07:03:08.090" v="1155" actId="478"/>
          <ac:spMkLst>
            <pc:docMk/>
            <pc:sldMk cId="1636464378" sldId="293"/>
            <ac:spMk id="3" creationId="{A40C892C-F3EE-8867-5914-80F3BB8BB015}"/>
          </ac:spMkLst>
        </pc:spChg>
        <pc:spChg chg="add del mod">
          <ac:chgData name="Andy Clement" userId="e8ed80cc-8a0d-4827-9baa-81d572f843c6" providerId="ADAL" clId="{FECDC144-A334-4667-9D16-74EAF44BDA13}" dt="2026-07-08T08:21:10.362" v="2204" actId="478"/>
          <ac:spMkLst>
            <pc:docMk/>
            <pc:sldMk cId="1636464378" sldId="293"/>
            <ac:spMk id="11" creationId="{A6703666-0A87-C2BA-D411-77223129CBB9}"/>
          </ac:spMkLst>
        </pc:spChg>
        <pc:spChg chg="mod">
          <ac:chgData name="Andy Clement" userId="e8ed80cc-8a0d-4827-9baa-81d572f843c6" providerId="ADAL" clId="{FECDC144-A334-4667-9D16-74EAF44BDA13}" dt="2026-07-08T03:40:44.767" v="259" actId="790"/>
          <ac:spMkLst>
            <pc:docMk/>
            <pc:sldMk cId="1636464378" sldId="293"/>
            <ac:spMk id="182" creationId="{2304F688-467C-A9A9-C535-5BB207A11236}"/>
          </ac:spMkLst>
        </pc:spChg>
        <pc:spChg chg="mod">
          <ac:chgData name="Andy Clement" userId="e8ed80cc-8a0d-4827-9baa-81d572f843c6" providerId="ADAL" clId="{FECDC144-A334-4667-9D16-74EAF44BDA13}" dt="2026-07-08T07:02:47.890" v="1154" actId="20577"/>
          <ac:spMkLst>
            <pc:docMk/>
            <pc:sldMk cId="1636464378" sldId="293"/>
            <ac:spMk id="183" creationId="{E3872FF0-70FF-9419-90B1-0833B4913766}"/>
          </ac:spMkLst>
        </pc:spChg>
        <pc:picChg chg="mod">
          <ac:chgData name="Andy Clement" userId="e8ed80cc-8a0d-4827-9baa-81d572f843c6" providerId="ADAL" clId="{FECDC144-A334-4667-9D16-74EAF44BDA13}" dt="2026-07-08T07:59:57.252" v="1852" actId="1076"/>
          <ac:picMkLst>
            <pc:docMk/>
            <pc:sldMk cId="1636464378" sldId="293"/>
            <ac:picMk id="6" creationId="{61B8543F-1B43-2269-FE2C-8C2E22BA3C89}"/>
          </ac:picMkLst>
        </pc:picChg>
        <pc:picChg chg="mod">
          <ac:chgData name="Andy Clement" userId="e8ed80cc-8a0d-4827-9baa-81d572f843c6" providerId="ADAL" clId="{FECDC144-A334-4667-9D16-74EAF44BDA13}" dt="2026-07-08T08:00:14.592" v="1861" actId="1076"/>
          <ac:picMkLst>
            <pc:docMk/>
            <pc:sldMk cId="1636464378" sldId="293"/>
            <ac:picMk id="8" creationId="{3F29307A-EE69-D37E-4960-0176D0927ABE}"/>
          </ac:picMkLst>
        </pc:picChg>
        <pc:picChg chg="mod">
          <ac:chgData name="Andy Clement" userId="e8ed80cc-8a0d-4827-9baa-81d572f843c6" providerId="ADAL" clId="{FECDC144-A334-4667-9D16-74EAF44BDA13}" dt="2026-07-08T07:59:59.604" v="1854" actId="1076"/>
          <ac:picMkLst>
            <pc:docMk/>
            <pc:sldMk cId="1636464378" sldId="293"/>
            <ac:picMk id="10" creationId="{F3A43F97-3668-AC4A-5901-E20E38C6ADFA}"/>
          </ac:picMkLst>
        </pc:picChg>
        <pc:picChg chg="mod">
          <ac:chgData name="Andy Clement" userId="e8ed80cc-8a0d-4827-9baa-81d572f843c6" providerId="ADAL" clId="{FECDC144-A334-4667-9D16-74EAF44BDA13}" dt="2026-07-08T08:00:00.748" v="1855" actId="1076"/>
          <ac:picMkLst>
            <pc:docMk/>
            <pc:sldMk cId="1636464378" sldId="293"/>
            <ac:picMk id="12" creationId="{BE725BB8-B9B8-F91D-34EA-2C2AD85E42ED}"/>
          </ac:picMkLst>
        </pc:picChg>
        <pc:cxnChg chg="add mod">
          <ac:chgData name="Andy Clement" userId="e8ed80cc-8a0d-4827-9baa-81d572f843c6" providerId="ADAL" clId="{FECDC144-A334-4667-9D16-74EAF44BDA13}" dt="2026-07-08T06:50:35.870" v="805" actId="14100"/>
          <ac:cxnSpMkLst>
            <pc:docMk/>
            <pc:sldMk cId="1636464378" sldId="293"/>
            <ac:cxnSpMk id="2" creationId="{BDF5DB08-73C2-9B44-918E-A58E75F01000}"/>
          </ac:cxnSpMkLst>
        </pc:cxnChg>
      </pc:sldChg>
      <pc:sldChg chg="addSp delSp modSp mod">
        <pc:chgData name="Andy Clement" userId="e8ed80cc-8a0d-4827-9baa-81d572f843c6" providerId="ADAL" clId="{FECDC144-A334-4667-9D16-74EAF44BDA13}" dt="2026-07-08T08:31:29.995" v="2215" actId="20577"/>
        <pc:sldMkLst>
          <pc:docMk/>
          <pc:sldMk cId="663628693" sldId="294"/>
        </pc:sldMkLst>
        <pc:spChg chg="del mod">
          <ac:chgData name="Andy Clement" userId="e8ed80cc-8a0d-4827-9baa-81d572f843c6" providerId="ADAL" clId="{FECDC144-A334-4667-9D16-74EAF44BDA13}" dt="2026-07-08T07:03:14.271" v="1156" actId="478"/>
          <ac:spMkLst>
            <pc:docMk/>
            <pc:sldMk cId="663628693" sldId="294"/>
            <ac:spMk id="3" creationId="{52700CD1-5279-0559-2C9D-14079CF12DF8}"/>
          </ac:spMkLst>
        </pc:spChg>
        <pc:spChg chg="mod">
          <ac:chgData name="Andy Clement" userId="e8ed80cc-8a0d-4827-9baa-81d572f843c6" providerId="ADAL" clId="{FECDC144-A334-4667-9D16-74EAF44BDA13}" dt="2026-07-08T07:04:31.325" v="1167" actId="1076"/>
          <ac:spMkLst>
            <pc:docMk/>
            <pc:sldMk cId="663628693" sldId="294"/>
            <ac:spMk id="182" creationId="{5011B11E-F402-9275-FAAE-AEEE91EDE71B}"/>
          </ac:spMkLst>
        </pc:spChg>
        <pc:spChg chg="mod">
          <ac:chgData name="Andy Clement" userId="e8ed80cc-8a0d-4827-9baa-81d572f843c6" providerId="ADAL" clId="{FECDC144-A334-4667-9D16-74EAF44BDA13}" dt="2026-07-08T08:31:29.995" v="2215" actId="20577"/>
          <ac:spMkLst>
            <pc:docMk/>
            <pc:sldMk cId="663628693" sldId="294"/>
            <ac:spMk id="183" creationId="{C87A6D91-C698-B4CB-7022-1C921E34C5C1}"/>
          </ac:spMkLst>
        </pc:spChg>
        <pc:picChg chg="add mod">
          <ac:chgData name="Andy Clement" userId="e8ed80cc-8a0d-4827-9baa-81d572f843c6" providerId="ADAL" clId="{FECDC144-A334-4667-9D16-74EAF44BDA13}" dt="2026-07-08T07:03:55.612" v="1161" actId="1076"/>
          <ac:picMkLst>
            <pc:docMk/>
            <pc:sldMk cId="663628693" sldId="294"/>
            <ac:picMk id="8" creationId="{71B77F42-944E-706C-2B9C-80CCE4724F10}"/>
          </ac:picMkLst>
        </pc:picChg>
        <pc:picChg chg="add">
          <ac:chgData name="Andy Clement" userId="e8ed80cc-8a0d-4827-9baa-81d572f843c6" providerId="ADAL" clId="{FECDC144-A334-4667-9D16-74EAF44BDA13}" dt="2026-07-08T07:03:38.283" v="1158" actId="22"/>
          <ac:picMkLst>
            <pc:docMk/>
            <pc:sldMk cId="663628693" sldId="294"/>
            <ac:picMk id="10" creationId="{4F741C0D-24F8-EA63-9544-2E699F9F4F2E}"/>
          </ac:picMkLst>
        </pc:picChg>
        <pc:cxnChg chg="add mod">
          <ac:chgData name="Andy Clement" userId="e8ed80cc-8a0d-4827-9baa-81d572f843c6" providerId="ADAL" clId="{FECDC144-A334-4667-9D16-74EAF44BDA13}" dt="2026-07-08T07:04:31.325" v="1167" actId="1076"/>
          <ac:cxnSpMkLst>
            <pc:docMk/>
            <pc:sldMk cId="663628693" sldId="294"/>
            <ac:cxnSpMk id="2" creationId="{C72D5936-942A-AF61-AA8B-DA158587BB1D}"/>
          </ac:cxnSpMkLst>
        </pc:cxnChg>
      </pc:sldChg>
      <pc:sldChg chg="addSp delSp modSp add mod">
        <pc:chgData name="Andy Clement" userId="e8ed80cc-8a0d-4827-9baa-81d572f843c6" providerId="ADAL" clId="{FECDC144-A334-4667-9D16-74EAF44BDA13}" dt="2026-07-08T08:33:41.626" v="2265" actId="20577"/>
        <pc:sldMkLst>
          <pc:docMk/>
          <pc:sldMk cId="3220528137" sldId="296"/>
        </pc:sldMkLst>
        <pc:spChg chg="add del mod">
          <ac:chgData name="Andy Clement" userId="e8ed80cc-8a0d-4827-9baa-81d572f843c6" providerId="ADAL" clId="{FECDC144-A334-4667-9D16-74EAF44BDA13}" dt="2026-07-08T03:59:46.815" v="507" actId="478"/>
          <ac:spMkLst>
            <pc:docMk/>
            <pc:sldMk cId="3220528137" sldId="296"/>
            <ac:spMk id="3" creationId="{B5E5314D-0F4E-32FB-0FE9-BC34D9FAEDB3}"/>
          </ac:spMkLst>
        </pc:spChg>
        <pc:spChg chg="add del mod">
          <ac:chgData name="Andy Clement" userId="e8ed80cc-8a0d-4827-9baa-81d572f843c6" providerId="ADAL" clId="{FECDC144-A334-4667-9D16-74EAF44BDA13}" dt="2026-07-08T03:59:48.043" v="508" actId="478"/>
          <ac:spMkLst>
            <pc:docMk/>
            <pc:sldMk cId="3220528137" sldId="296"/>
            <ac:spMk id="5" creationId="{2601C2CB-A18F-5ED5-CC63-98000B70766B}"/>
          </ac:spMkLst>
        </pc:spChg>
        <pc:spChg chg="add del mod">
          <ac:chgData name="Andy Clement" userId="e8ed80cc-8a0d-4827-9baa-81d572f843c6" providerId="ADAL" clId="{FECDC144-A334-4667-9D16-74EAF44BDA13}" dt="2026-07-08T04:00:09.440" v="516" actId="478"/>
          <ac:spMkLst>
            <pc:docMk/>
            <pc:sldMk cId="3220528137" sldId="296"/>
            <ac:spMk id="9" creationId="{F3992078-8943-7159-E787-EC9A4E2775E2}"/>
          </ac:spMkLst>
        </pc:spChg>
        <pc:spChg chg="add mod">
          <ac:chgData name="Andy Clement" userId="e8ed80cc-8a0d-4827-9baa-81d572f843c6" providerId="ADAL" clId="{FECDC144-A334-4667-9D16-74EAF44BDA13}" dt="2026-07-08T04:00:08.329" v="515" actId="478"/>
          <ac:spMkLst>
            <pc:docMk/>
            <pc:sldMk cId="3220528137" sldId="296"/>
            <ac:spMk id="11" creationId="{F298C49A-7DB9-9842-D51A-291F65111E97}"/>
          </ac:spMkLst>
        </pc:spChg>
        <pc:spChg chg="add mod">
          <ac:chgData name="Andy Clement" userId="e8ed80cc-8a0d-4827-9baa-81d572f843c6" providerId="ADAL" clId="{FECDC144-A334-4667-9D16-74EAF44BDA13}" dt="2026-07-08T06:51:03.816" v="806" actId="14100"/>
          <ac:spMkLst>
            <pc:docMk/>
            <pc:sldMk cId="3220528137" sldId="296"/>
            <ac:spMk id="14" creationId="{CA6717A8-EF11-AD90-4671-DCAD5DFAB029}"/>
          </ac:spMkLst>
        </pc:spChg>
        <pc:spChg chg="add del mod">
          <ac:chgData name="Andy Clement" userId="e8ed80cc-8a0d-4827-9baa-81d572f843c6" providerId="ADAL" clId="{FECDC144-A334-4667-9D16-74EAF44BDA13}" dt="2026-07-08T04:01:03.994" v="531" actId="478"/>
          <ac:spMkLst>
            <pc:docMk/>
            <pc:sldMk cId="3220528137" sldId="296"/>
            <ac:spMk id="16" creationId="{69FDDADD-810A-537E-E3B0-218894DDF1A4}"/>
          </ac:spMkLst>
        </pc:spChg>
        <pc:spChg chg="add del mod">
          <ac:chgData name="Andy Clement" userId="e8ed80cc-8a0d-4827-9baa-81d572f843c6" providerId="ADAL" clId="{FECDC144-A334-4667-9D16-74EAF44BDA13}" dt="2026-07-08T04:02:02.542" v="556" actId="478"/>
          <ac:spMkLst>
            <pc:docMk/>
            <pc:sldMk cId="3220528137" sldId="296"/>
            <ac:spMk id="18" creationId="{7BC552A6-C9CC-A1E6-90CD-631F3EE46909}"/>
          </ac:spMkLst>
        </pc:spChg>
        <pc:spChg chg="del mod">
          <ac:chgData name="Andy Clement" userId="e8ed80cc-8a0d-4827-9baa-81d572f843c6" providerId="ADAL" clId="{FECDC144-A334-4667-9D16-74EAF44BDA13}" dt="2026-07-08T04:01:02.236" v="530" actId="478"/>
          <ac:spMkLst>
            <pc:docMk/>
            <pc:sldMk cId="3220528137" sldId="296"/>
            <ac:spMk id="296" creationId="{3DBD0CDC-9415-94D3-5F19-AE5A17BB0EAF}"/>
          </ac:spMkLst>
        </pc:spChg>
        <pc:spChg chg="mod">
          <ac:chgData name="Andy Clement" userId="e8ed80cc-8a0d-4827-9baa-81d572f843c6" providerId="ADAL" clId="{FECDC144-A334-4667-9D16-74EAF44BDA13}" dt="2026-07-08T08:33:41.626" v="2265" actId="20577"/>
          <ac:spMkLst>
            <pc:docMk/>
            <pc:sldMk cId="3220528137" sldId="296"/>
            <ac:spMk id="297" creationId="{E2DE5D14-F964-C323-2AA0-C97EFB709ECD}"/>
          </ac:spMkLst>
        </pc:spChg>
        <pc:spChg chg="del">
          <ac:chgData name="Andy Clement" userId="e8ed80cc-8a0d-4827-9baa-81d572f843c6" providerId="ADAL" clId="{FECDC144-A334-4667-9D16-74EAF44BDA13}" dt="2026-07-08T04:02:00.820" v="555" actId="478"/>
          <ac:spMkLst>
            <pc:docMk/>
            <pc:sldMk cId="3220528137" sldId="296"/>
            <ac:spMk id="298" creationId="{E6374814-B4F8-24D3-09BB-FEA03F105CBF}"/>
          </ac:spMkLst>
        </pc:spChg>
        <pc:spChg chg="mod">
          <ac:chgData name="Andy Clement" userId="e8ed80cc-8a0d-4827-9baa-81d572f843c6" providerId="ADAL" clId="{FECDC144-A334-4667-9D16-74EAF44BDA13}" dt="2026-07-08T08:33:37.045" v="2262" actId="20577"/>
          <ac:spMkLst>
            <pc:docMk/>
            <pc:sldMk cId="3220528137" sldId="296"/>
            <ac:spMk id="299" creationId="{404524EC-BDBA-B5DB-DEE9-D7A12EC09569}"/>
          </ac:spMkLst>
        </pc:spChg>
        <pc:picChg chg="add mod">
          <ac:chgData name="Andy Clement" userId="e8ed80cc-8a0d-4827-9baa-81d572f843c6" providerId="ADAL" clId="{FECDC144-A334-4667-9D16-74EAF44BDA13}" dt="2026-07-08T04:03:50.348" v="651" actId="1076"/>
          <ac:picMkLst>
            <pc:docMk/>
            <pc:sldMk cId="3220528137" sldId="296"/>
            <ac:picMk id="7" creationId="{8A51EF70-87F3-4B4C-3A7E-4544A5BD850F}"/>
          </ac:picMkLst>
        </pc:picChg>
        <pc:picChg chg="add mod">
          <ac:chgData name="Andy Clement" userId="e8ed80cc-8a0d-4827-9baa-81d572f843c6" providerId="ADAL" clId="{FECDC144-A334-4667-9D16-74EAF44BDA13}" dt="2026-07-08T04:04:25.855" v="653" actId="1076"/>
          <ac:picMkLst>
            <pc:docMk/>
            <pc:sldMk cId="3220528137" sldId="296"/>
            <ac:picMk id="13" creationId="{0EB587D3-7AC4-12CC-4049-06963714923B}"/>
          </ac:picMkLst>
        </pc:picChg>
        <pc:picChg chg="del">
          <ac:chgData name="Andy Clement" userId="e8ed80cc-8a0d-4827-9baa-81d572f843c6" providerId="ADAL" clId="{FECDC144-A334-4667-9D16-74EAF44BDA13}" dt="2026-07-08T03:59:44.414" v="505" actId="478"/>
          <ac:picMkLst>
            <pc:docMk/>
            <pc:sldMk cId="3220528137" sldId="296"/>
            <ac:picMk id="302" creationId="{6D63CF48-A212-9BEC-033B-FC87FAF26FB0}"/>
          </ac:picMkLst>
        </pc:picChg>
        <pc:picChg chg="del">
          <ac:chgData name="Andy Clement" userId="e8ed80cc-8a0d-4827-9baa-81d572f843c6" providerId="ADAL" clId="{FECDC144-A334-4667-9D16-74EAF44BDA13}" dt="2026-07-08T03:59:45.201" v="506" actId="478"/>
          <ac:picMkLst>
            <pc:docMk/>
            <pc:sldMk cId="3220528137" sldId="296"/>
            <ac:picMk id="303" creationId="{CB8569BD-C988-3FDE-BCA5-F3DD44A4B2F0}"/>
          </ac:picMkLst>
        </pc:picChg>
        <pc:picChg chg="del">
          <ac:chgData name="Andy Clement" userId="e8ed80cc-8a0d-4827-9baa-81d572f843c6" providerId="ADAL" clId="{FECDC144-A334-4667-9D16-74EAF44BDA13}" dt="2026-07-08T04:00:08.329" v="515" actId="478"/>
          <ac:picMkLst>
            <pc:docMk/>
            <pc:sldMk cId="3220528137" sldId="296"/>
            <ac:picMk id="304" creationId="{CDC624A1-0BEE-BBBE-20D0-8775112C110F}"/>
          </ac:picMkLst>
        </pc:picChg>
        <pc:picChg chg="del">
          <ac:chgData name="Andy Clement" userId="e8ed80cc-8a0d-4827-9baa-81d572f843c6" providerId="ADAL" clId="{FECDC144-A334-4667-9D16-74EAF44BDA13}" dt="2026-07-08T04:00:07.694" v="514" actId="478"/>
          <ac:picMkLst>
            <pc:docMk/>
            <pc:sldMk cId="3220528137" sldId="296"/>
            <ac:picMk id="305" creationId="{4E204CB9-4846-32C7-1F57-D1735AF0609A}"/>
          </ac:picMkLst>
        </pc:picChg>
        <pc:cxnChg chg="mod">
          <ac:chgData name="Andy Clement" userId="e8ed80cc-8a0d-4827-9baa-81d572f843c6" providerId="ADAL" clId="{FECDC144-A334-4667-9D16-74EAF44BDA13}" dt="2026-07-08T04:01:26.539" v="539" actId="1076"/>
          <ac:cxnSpMkLst>
            <pc:docMk/>
            <pc:sldMk cId="3220528137" sldId="296"/>
            <ac:cxnSpMk id="300" creationId="{19B9062A-0B2D-91E9-E3E2-3BF2D31FC2CC}"/>
          </ac:cxnSpMkLst>
        </pc:cxnChg>
        <pc:cxnChg chg="del mod">
          <ac:chgData name="Andy Clement" userId="e8ed80cc-8a0d-4827-9baa-81d572f843c6" providerId="ADAL" clId="{FECDC144-A334-4667-9D16-74EAF44BDA13}" dt="2026-07-08T04:02:10.428" v="559" actId="478"/>
          <ac:cxnSpMkLst>
            <pc:docMk/>
            <pc:sldMk cId="3220528137" sldId="296"/>
            <ac:cxnSpMk id="301" creationId="{2F0B9011-6F22-EC24-0F00-8619B1D84B74}"/>
          </ac:cxnSpMkLst>
        </pc:cxnChg>
      </pc:sldChg>
      <pc:sldChg chg="add del">
        <pc:chgData name="Andy Clement" userId="e8ed80cc-8a0d-4827-9baa-81d572f843c6" providerId="ADAL" clId="{FECDC144-A334-4667-9D16-74EAF44BDA13}" dt="2026-07-08T03:59:55.533" v="510"/>
        <pc:sldMkLst>
          <pc:docMk/>
          <pc:sldMk cId="1873651792" sldId="297"/>
        </pc:sldMkLst>
      </pc:sldChg>
      <pc:sldChg chg="addSp delSp modSp add mod">
        <pc:chgData name="Andy Clement" userId="e8ed80cc-8a0d-4827-9baa-81d572f843c6" providerId="ADAL" clId="{FECDC144-A334-4667-9D16-74EAF44BDA13}" dt="2026-07-08T08:30:54.533" v="2208" actId="20577"/>
        <pc:sldMkLst>
          <pc:docMk/>
          <pc:sldMk cId="2979824147" sldId="297"/>
        </pc:sldMkLst>
        <pc:spChg chg="add mod">
          <ac:chgData name="Andy Clement" userId="e8ed80cc-8a0d-4827-9baa-81d572f843c6" providerId="ADAL" clId="{FECDC144-A334-4667-9D16-74EAF44BDA13}" dt="2026-07-08T08:20:19.751" v="2203" actId="1076"/>
          <ac:spMkLst>
            <pc:docMk/>
            <pc:sldMk cId="2979824147" sldId="297"/>
            <ac:spMk id="4" creationId="{659EAAEC-5CCB-7968-80AB-7E0120FA3CBD}"/>
          </ac:spMkLst>
        </pc:spChg>
        <pc:spChg chg="mod">
          <ac:chgData name="Andy Clement" userId="e8ed80cc-8a0d-4827-9baa-81d572f843c6" providerId="ADAL" clId="{FECDC144-A334-4667-9D16-74EAF44BDA13}" dt="2026-07-08T08:15:53.544" v="2114" actId="14100"/>
          <ac:spMkLst>
            <pc:docMk/>
            <pc:sldMk cId="2979824147" sldId="297"/>
            <ac:spMk id="14" creationId="{242635E7-70E3-D948-EA1D-5482ED957105}"/>
          </ac:spMkLst>
        </pc:spChg>
        <pc:spChg chg="add mod">
          <ac:chgData name="Andy Clement" userId="e8ed80cc-8a0d-4827-9baa-81d572f843c6" providerId="ADAL" clId="{FECDC144-A334-4667-9D16-74EAF44BDA13}" dt="2026-07-08T08:19:31.784" v="2176" actId="20577"/>
          <ac:spMkLst>
            <pc:docMk/>
            <pc:sldMk cId="2979824147" sldId="297"/>
            <ac:spMk id="26" creationId="{D1C61537-5365-6C40-679F-53FAA1200F5C}"/>
          </ac:spMkLst>
        </pc:spChg>
        <pc:spChg chg="mod">
          <ac:chgData name="Andy Clement" userId="e8ed80cc-8a0d-4827-9baa-81d572f843c6" providerId="ADAL" clId="{FECDC144-A334-4667-9D16-74EAF44BDA13}" dt="2026-07-08T08:30:54.533" v="2208" actId="20577"/>
          <ac:spMkLst>
            <pc:docMk/>
            <pc:sldMk cId="2979824147" sldId="297"/>
            <ac:spMk id="297" creationId="{748029D2-7578-CFBA-C994-26042F9B0333}"/>
          </ac:spMkLst>
        </pc:spChg>
        <pc:spChg chg="mod">
          <ac:chgData name="Andy Clement" userId="e8ed80cc-8a0d-4827-9baa-81d572f843c6" providerId="ADAL" clId="{FECDC144-A334-4667-9D16-74EAF44BDA13}" dt="2026-07-08T08:30:43.601" v="2205"/>
          <ac:spMkLst>
            <pc:docMk/>
            <pc:sldMk cId="2979824147" sldId="297"/>
            <ac:spMk id="299" creationId="{0390400E-EDCF-984A-14CD-CA47612E34BD}"/>
          </ac:spMkLst>
        </pc:spChg>
        <pc:picChg chg="add mod ord modCrop">
          <ac:chgData name="Andy Clement" userId="e8ed80cc-8a0d-4827-9baa-81d572f843c6" providerId="ADAL" clId="{FECDC144-A334-4667-9D16-74EAF44BDA13}" dt="2026-07-08T08:17:22.119" v="2143" actId="1076"/>
          <ac:picMkLst>
            <pc:docMk/>
            <pc:sldMk cId="2979824147" sldId="297"/>
            <ac:picMk id="3" creationId="{CE1B5D28-D299-0103-91C1-4BBB54449F35}"/>
          </ac:picMkLst>
        </pc:picChg>
        <pc:picChg chg="add mod modCrop">
          <ac:chgData name="Andy Clement" userId="e8ed80cc-8a0d-4827-9baa-81d572f843c6" providerId="ADAL" clId="{FECDC144-A334-4667-9D16-74EAF44BDA13}" dt="2026-07-08T08:18:36.239" v="2157" actId="1076"/>
          <ac:picMkLst>
            <pc:docMk/>
            <pc:sldMk cId="2979824147" sldId="297"/>
            <ac:picMk id="5" creationId="{76B60C77-067A-DED2-BC29-5BE4B1260022}"/>
          </ac:picMkLst>
        </pc:picChg>
        <pc:picChg chg="del">
          <ac:chgData name="Andy Clement" userId="e8ed80cc-8a0d-4827-9baa-81d572f843c6" providerId="ADAL" clId="{FECDC144-A334-4667-9D16-74EAF44BDA13}" dt="2026-07-08T06:57:32.302" v="1152" actId="478"/>
          <ac:picMkLst>
            <pc:docMk/>
            <pc:sldMk cId="2979824147" sldId="297"/>
            <ac:picMk id="7" creationId="{9A8A2043-5C64-70D6-66D5-28AEB5EC685D}"/>
          </ac:picMkLst>
        </pc:picChg>
        <pc:picChg chg="add mod ord modCrop">
          <ac:chgData name="Andy Clement" userId="e8ed80cc-8a0d-4827-9baa-81d572f843c6" providerId="ADAL" clId="{FECDC144-A334-4667-9D16-74EAF44BDA13}" dt="2026-07-08T08:20:12.990" v="2201" actId="1076"/>
          <ac:picMkLst>
            <pc:docMk/>
            <pc:sldMk cId="2979824147" sldId="297"/>
            <ac:picMk id="8" creationId="{473FB709-EF02-C697-9BFB-59F18AFEF67F}"/>
          </ac:picMkLst>
        </pc:picChg>
        <pc:picChg chg="add mod modCrop">
          <ac:chgData name="Andy Clement" userId="e8ed80cc-8a0d-4827-9baa-81d572f843c6" providerId="ADAL" clId="{FECDC144-A334-4667-9D16-74EAF44BDA13}" dt="2026-07-08T08:17:57.176" v="2151" actId="1076"/>
          <ac:picMkLst>
            <pc:docMk/>
            <pc:sldMk cId="2979824147" sldId="297"/>
            <ac:picMk id="10" creationId="{00751C89-FD4D-25E1-9A70-2DB7425149B0}"/>
          </ac:picMkLst>
        </pc:picChg>
        <pc:picChg chg="del">
          <ac:chgData name="Andy Clement" userId="e8ed80cc-8a0d-4827-9baa-81d572f843c6" providerId="ADAL" clId="{FECDC144-A334-4667-9D16-74EAF44BDA13}" dt="2026-07-08T06:57:30.253" v="1151" actId="478"/>
          <ac:picMkLst>
            <pc:docMk/>
            <pc:sldMk cId="2979824147" sldId="297"/>
            <ac:picMk id="13" creationId="{9CAB55F0-7E73-9A75-636D-4FD61F215E75}"/>
          </ac:picMkLst>
        </pc:picChg>
        <pc:cxnChg chg="add mod">
          <ac:chgData name="Andy Clement" userId="e8ed80cc-8a0d-4827-9baa-81d572f843c6" providerId="ADAL" clId="{FECDC144-A334-4667-9D16-74EAF44BDA13}" dt="2026-07-08T08:16:01.808" v="2116" actId="1076"/>
          <ac:cxnSpMkLst>
            <pc:docMk/>
            <pc:sldMk cId="2979824147" sldId="297"/>
            <ac:cxnSpMk id="12" creationId="{84B97FAB-A419-FC83-5D57-427592F90903}"/>
          </ac:cxnSpMkLst>
        </pc:cxnChg>
        <pc:cxnChg chg="add del mod">
          <ac:chgData name="Andy Clement" userId="e8ed80cc-8a0d-4827-9baa-81d572f843c6" providerId="ADAL" clId="{FECDC144-A334-4667-9D16-74EAF44BDA13}" dt="2026-07-08T08:16:27.657" v="2128" actId="478"/>
          <ac:cxnSpMkLst>
            <pc:docMk/>
            <pc:sldMk cId="2979824147" sldId="297"/>
            <ac:cxnSpMk id="16" creationId="{35F8C14B-ECA2-0C95-3C77-801F2D97BF27}"/>
          </ac:cxnSpMkLst>
        </pc:cxnChg>
        <pc:cxnChg chg="add mod">
          <ac:chgData name="Andy Clement" userId="e8ed80cc-8a0d-4827-9baa-81d572f843c6" providerId="ADAL" clId="{FECDC144-A334-4667-9D16-74EAF44BDA13}" dt="2026-07-08T08:18:40.911" v="2158" actId="14100"/>
          <ac:cxnSpMkLst>
            <pc:docMk/>
            <pc:sldMk cId="2979824147" sldId="297"/>
            <ac:cxnSpMk id="24" creationId="{A80E93F3-4866-59BD-F7A4-890EE4CB23FB}"/>
          </ac:cxnSpMkLst>
        </pc:cxnChg>
        <pc:cxnChg chg="mod">
          <ac:chgData name="Andy Clement" userId="e8ed80cc-8a0d-4827-9baa-81d572f843c6" providerId="ADAL" clId="{FECDC144-A334-4667-9D16-74EAF44BDA13}" dt="2026-07-08T08:15:57.952" v="2115" actId="1076"/>
          <ac:cxnSpMkLst>
            <pc:docMk/>
            <pc:sldMk cId="2979824147" sldId="297"/>
            <ac:cxnSpMk id="300" creationId="{D70C236B-7DAE-B051-D435-425F09E57A17}"/>
          </ac:cxnSpMkLst>
        </pc:cxnChg>
      </pc:sldChg>
      <pc:sldMasterChg chg="delSldLayout">
        <pc:chgData name="Andy Clement" userId="e8ed80cc-8a0d-4827-9baa-81d572f843c6" providerId="ADAL" clId="{FECDC144-A334-4667-9D16-74EAF44BDA13}" dt="2026-07-08T08:32:21.268" v="2248" actId="47"/>
        <pc:sldMasterMkLst>
          <pc:docMk/>
          <pc:sldMasterMk cId="0" sldId="2147483672"/>
        </pc:sldMasterMkLst>
        <pc:sldLayoutChg chg="del">
          <pc:chgData name="Andy Clement" userId="e8ed80cc-8a0d-4827-9baa-81d572f843c6" providerId="ADAL" clId="{FECDC144-A334-4667-9D16-74EAF44BDA13}" dt="2026-07-08T08:32:18.696" v="2245" actId="47"/>
          <pc:sldLayoutMkLst>
            <pc:docMk/>
            <pc:sldMasterMk cId="0" sldId="2147483672"/>
            <pc:sldLayoutMk cId="0" sldId="2147483649"/>
          </pc:sldLayoutMkLst>
        </pc:sldLayoutChg>
        <pc:sldLayoutChg chg="del">
          <pc:chgData name="Andy Clement" userId="e8ed80cc-8a0d-4827-9baa-81d572f843c6" providerId="ADAL" clId="{FECDC144-A334-4667-9D16-74EAF44BDA13}" dt="2026-07-08T08:32:21.268" v="2248" actId="47"/>
          <pc:sldLayoutMkLst>
            <pc:docMk/>
            <pc:sldMasterMk cId="0" sldId="2147483672"/>
            <pc:sldLayoutMk cId="0" sldId="2147483650"/>
          </pc:sldLayoutMkLst>
        </pc:sldLayoutChg>
        <pc:sldLayoutChg chg="del">
          <pc:chgData name="Andy Clement" userId="e8ed80cc-8a0d-4827-9baa-81d572f843c6" providerId="ADAL" clId="{FECDC144-A334-4667-9D16-74EAF44BDA13}" dt="2026-07-08T08:32:18.246" v="2243" actId="47"/>
          <pc:sldLayoutMkLst>
            <pc:docMk/>
            <pc:sldMasterMk cId="0" sldId="2147483672"/>
            <pc:sldLayoutMk cId="0" sldId="2147483651"/>
          </pc:sldLayoutMkLst>
        </pc:sldLayoutChg>
        <pc:sldLayoutChg chg="del">
          <pc:chgData name="Andy Clement" userId="e8ed80cc-8a0d-4827-9baa-81d572f843c6" providerId="ADAL" clId="{FECDC144-A334-4667-9D16-74EAF44BDA13}" dt="2026-07-08T08:32:16.894" v="2238" actId="47"/>
          <pc:sldLayoutMkLst>
            <pc:docMk/>
            <pc:sldMasterMk cId="0" sldId="2147483672"/>
            <pc:sldLayoutMk cId="0" sldId="2147483652"/>
          </pc:sldLayoutMkLst>
        </pc:sldLayoutChg>
        <pc:sldLayoutChg chg="del">
          <pc:chgData name="Andy Clement" userId="e8ed80cc-8a0d-4827-9baa-81d572f843c6" providerId="ADAL" clId="{FECDC144-A334-4667-9D16-74EAF44BDA13}" dt="2026-07-08T08:32:17.558" v="2240" actId="47"/>
          <pc:sldLayoutMkLst>
            <pc:docMk/>
            <pc:sldMasterMk cId="0" sldId="2147483672"/>
            <pc:sldLayoutMk cId="0" sldId="2147483656"/>
          </pc:sldLayoutMkLst>
        </pc:sldLayoutChg>
        <pc:sldLayoutChg chg="del">
          <pc:chgData name="Andy Clement" userId="e8ed80cc-8a0d-4827-9baa-81d572f843c6" providerId="ADAL" clId="{FECDC144-A334-4667-9D16-74EAF44BDA13}" dt="2026-07-08T08:32:20.568" v="2247" actId="47"/>
          <pc:sldLayoutMkLst>
            <pc:docMk/>
            <pc:sldMasterMk cId="0" sldId="2147483672"/>
            <pc:sldLayoutMk cId="0" sldId="2147483659"/>
          </pc:sldLayoutMkLst>
        </pc:sldLayoutChg>
        <pc:sldLayoutChg chg="del">
          <pc:chgData name="Andy Clement" userId="e8ed80cc-8a0d-4827-9baa-81d572f843c6" providerId="ADAL" clId="{FECDC144-A334-4667-9D16-74EAF44BDA13}" dt="2026-07-08T08:32:18.444" v="2244" actId="47"/>
          <pc:sldLayoutMkLst>
            <pc:docMk/>
            <pc:sldMasterMk cId="0" sldId="2147483672"/>
            <pc:sldLayoutMk cId="0" sldId="2147483660"/>
          </pc:sldLayoutMkLst>
        </pc:sldLayoutChg>
        <pc:sldLayoutChg chg="del">
          <pc:chgData name="Andy Clement" userId="e8ed80cc-8a0d-4827-9baa-81d572f843c6" providerId="ADAL" clId="{FECDC144-A334-4667-9D16-74EAF44BDA13}" dt="2026-07-08T08:32:17.310" v="2239" actId="47"/>
          <pc:sldLayoutMkLst>
            <pc:docMk/>
            <pc:sldMasterMk cId="0" sldId="2147483672"/>
            <pc:sldLayoutMk cId="0" sldId="2147483662"/>
          </pc:sldLayoutMkLst>
        </pc:sldLayoutChg>
        <pc:sldLayoutChg chg="del">
          <pc:chgData name="Andy Clement" userId="e8ed80cc-8a0d-4827-9baa-81d572f843c6" providerId="ADAL" clId="{FECDC144-A334-4667-9D16-74EAF44BDA13}" dt="2026-07-08T08:32:18.002" v="2242" actId="47"/>
          <pc:sldLayoutMkLst>
            <pc:docMk/>
            <pc:sldMasterMk cId="0" sldId="2147483672"/>
            <pc:sldLayoutMk cId="0" sldId="2147483663"/>
          </pc:sldLayoutMkLst>
        </pc:sldLayoutChg>
        <pc:sldLayoutChg chg="del">
          <pc:chgData name="Andy Clement" userId="e8ed80cc-8a0d-4827-9baa-81d572f843c6" providerId="ADAL" clId="{FECDC144-A334-4667-9D16-74EAF44BDA13}" dt="2026-07-08T08:32:17.764" v="2241" actId="47"/>
          <pc:sldLayoutMkLst>
            <pc:docMk/>
            <pc:sldMasterMk cId="0" sldId="2147483672"/>
            <pc:sldLayoutMk cId="0" sldId="2147483664"/>
          </pc:sldLayoutMkLst>
        </pc:sldLayoutChg>
        <pc:sldLayoutChg chg="del">
          <pc:chgData name="Andy Clement" userId="e8ed80cc-8a0d-4827-9baa-81d572f843c6" providerId="ADAL" clId="{FECDC144-A334-4667-9D16-74EAF44BDA13}" dt="2026-07-08T08:32:16.405" v="2236" actId="47"/>
          <pc:sldLayoutMkLst>
            <pc:docMk/>
            <pc:sldMasterMk cId="0" sldId="2147483672"/>
            <pc:sldLayoutMk cId="0" sldId="2147483666"/>
          </pc:sldLayoutMkLst>
        </pc:sldLayoutChg>
      </pc:sldMasterChg>
      <pc:sldMasterChg chg="del delSldLayout">
        <pc:chgData name="Andy Clement" userId="e8ed80cc-8a0d-4827-9baa-81d572f843c6" providerId="ADAL" clId="{FECDC144-A334-4667-9D16-74EAF44BDA13}" dt="2026-07-08T08:32:15.510" v="2233" actId="47"/>
        <pc:sldMasterMkLst>
          <pc:docMk/>
          <pc:sldMasterMk cId="0" sldId="2147483673"/>
        </pc:sldMasterMkLst>
        <pc:sldLayoutChg chg="del">
          <pc:chgData name="Andy Clement" userId="e8ed80cc-8a0d-4827-9baa-81d572f843c6" providerId="ADAL" clId="{FECDC144-A334-4667-9D16-74EAF44BDA13}" dt="2026-07-08T08:32:14.550" v="2228" actId="47"/>
          <pc:sldLayoutMkLst>
            <pc:docMk/>
            <pc:sldMasterMk cId="0" sldId="2147483673"/>
            <pc:sldLayoutMk cId="0" sldId="2147483669"/>
          </pc:sldLayoutMkLst>
        </pc:sldLayoutChg>
        <pc:sldLayoutChg chg="del">
          <pc:chgData name="Andy Clement" userId="e8ed80cc-8a0d-4827-9baa-81d572f843c6" providerId="ADAL" clId="{FECDC144-A334-4667-9D16-74EAF44BDA13}" dt="2026-07-08T08:32:15.510" v="2233" actId="47"/>
          <pc:sldLayoutMkLst>
            <pc:docMk/>
            <pc:sldMasterMk cId="0" sldId="2147483673"/>
            <pc:sldLayoutMk cId="0" sldId="2147483670"/>
          </pc:sldLayoutMkLst>
        </pc:sldLayoutChg>
        <pc:sldLayoutChg chg="del">
          <pc:chgData name="Andy Clement" userId="e8ed80cc-8a0d-4827-9baa-81d572f843c6" providerId="ADAL" clId="{FECDC144-A334-4667-9D16-74EAF44BDA13}" dt="2026-07-08T08:32:15.128" v="2231" actId="47"/>
          <pc:sldLayoutMkLst>
            <pc:docMk/>
            <pc:sldMasterMk cId="0" sldId="2147483673"/>
            <pc:sldLayoutMk cId="0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5e285c1c3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5e285c1c3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A3905FDB-5BF3-9001-398F-7900C161A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e1d838b627_4_19:notes">
            <a:extLst>
              <a:ext uri="{FF2B5EF4-FFF2-40B4-BE49-F238E27FC236}">
                <a16:creationId xmlns:a16="http://schemas.microsoft.com/office/drawing/2014/main" id="{46C627AE-63DA-B7E3-D757-76933A10F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e1d838b627_4_19:notes">
            <a:extLst>
              <a:ext uri="{FF2B5EF4-FFF2-40B4-BE49-F238E27FC236}">
                <a16:creationId xmlns:a16="http://schemas.microsoft.com/office/drawing/2014/main" id="{D9054015-1F2E-5E23-FFF5-F66B54BB4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1121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BB03DCCE-33FB-7817-4F1B-1D7065C27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e1d838b627_4_19:notes">
            <a:extLst>
              <a:ext uri="{FF2B5EF4-FFF2-40B4-BE49-F238E27FC236}">
                <a16:creationId xmlns:a16="http://schemas.microsoft.com/office/drawing/2014/main" id="{F04D6793-2152-7841-7EF9-0CAB2E14BE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e1d838b627_4_19:notes">
            <a:extLst>
              <a:ext uri="{FF2B5EF4-FFF2-40B4-BE49-F238E27FC236}">
                <a16:creationId xmlns:a16="http://schemas.microsoft.com/office/drawing/2014/main" id="{103B192B-5FA8-D3A2-12DB-B2E1032728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0280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FB28BECC-3538-C5F7-6FB0-6354B264A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e1d838b627_4_239:notes">
            <a:extLst>
              <a:ext uri="{FF2B5EF4-FFF2-40B4-BE49-F238E27FC236}">
                <a16:creationId xmlns:a16="http://schemas.microsoft.com/office/drawing/2014/main" id="{F2B05E7F-031C-DD16-3F76-1E71980A1D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e1d838b627_4_239:notes">
            <a:extLst>
              <a:ext uri="{FF2B5EF4-FFF2-40B4-BE49-F238E27FC236}">
                <a16:creationId xmlns:a16="http://schemas.microsoft.com/office/drawing/2014/main" id="{4E332CDA-5765-5887-F646-7F400EEF21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510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6B6C2503-EA7C-34D5-DE3A-A3519CBC7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e1d838b627_4_239:notes">
            <a:extLst>
              <a:ext uri="{FF2B5EF4-FFF2-40B4-BE49-F238E27FC236}">
                <a16:creationId xmlns:a16="http://schemas.microsoft.com/office/drawing/2014/main" id="{19921B22-D844-681F-B024-89453529CD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e1d838b627_4_239:notes">
            <a:extLst>
              <a:ext uri="{FF2B5EF4-FFF2-40B4-BE49-F238E27FC236}">
                <a16:creationId xmlns:a16="http://schemas.microsoft.com/office/drawing/2014/main" id="{D6234A67-EE54-E444-8522-7E96A52EE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515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7BDD182F-CD4D-3F78-6DF8-6769C451A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e1d838b627_4_19:notes">
            <a:extLst>
              <a:ext uri="{FF2B5EF4-FFF2-40B4-BE49-F238E27FC236}">
                <a16:creationId xmlns:a16="http://schemas.microsoft.com/office/drawing/2014/main" id="{E1472878-CEE5-D958-C2B0-1CE333E85D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e1d838b627_4_19:notes">
            <a:extLst>
              <a:ext uri="{FF2B5EF4-FFF2-40B4-BE49-F238E27FC236}">
                <a16:creationId xmlns:a16="http://schemas.microsoft.com/office/drawing/2014/main" id="{2C04E79D-8017-4A07-2FA6-559252B6D5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4899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543C6D48-F07B-094B-60C2-DB27C7707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e1d838b627_4_19:notes">
            <a:extLst>
              <a:ext uri="{FF2B5EF4-FFF2-40B4-BE49-F238E27FC236}">
                <a16:creationId xmlns:a16="http://schemas.microsoft.com/office/drawing/2014/main" id="{01099E5B-89F0-613E-6ECD-CA7B1914C6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e1d838b627_4_19:notes">
            <a:extLst>
              <a:ext uri="{FF2B5EF4-FFF2-40B4-BE49-F238E27FC236}">
                <a16:creationId xmlns:a16="http://schemas.microsoft.com/office/drawing/2014/main" id="{C1BD83B6-5BF1-4B8D-70CA-62C01DA189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69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083900" y="165400"/>
            <a:ext cx="5594100" cy="18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544675" y="2240000"/>
            <a:ext cx="3060000" cy="127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228601" y="425800"/>
            <a:ext cx="2584200" cy="4385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12" name="Google Shape;12;p2"/>
          <p:cNvCxnSpPr/>
          <p:nvPr/>
        </p:nvCxnSpPr>
        <p:spPr>
          <a:xfrm rot="10800000">
            <a:off x="228600" y="4963825"/>
            <a:ext cx="377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5030100" cy="199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1139025" y="2220725"/>
            <a:ext cx="4294800" cy="272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75" name="Google Shape;75;p15"/>
          <p:cNvCxnSpPr/>
          <p:nvPr/>
        </p:nvCxnSpPr>
        <p:spPr>
          <a:xfrm rot="10800000">
            <a:off x="228600" y="4733663"/>
            <a:ext cx="377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 hasCustomPrompt="1"/>
          </p:nvPr>
        </p:nvSpPr>
        <p:spPr>
          <a:xfrm>
            <a:off x="546600" y="767323"/>
            <a:ext cx="34938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5" name="Google Shape;105;p19"/>
          <p:cNvSpPr txBox="1">
            <a:spLocks noGrp="1"/>
          </p:cNvSpPr>
          <p:nvPr>
            <p:ph type="subTitle" idx="1"/>
          </p:nvPr>
        </p:nvSpPr>
        <p:spPr>
          <a:xfrm>
            <a:off x="546600" y="1635541"/>
            <a:ext cx="34938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title" idx="2" hasCustomPrompt="1"/>
          </p:nvPr>
        </p:nvSpPr>
        <p:spPr>
          <a:xfrm>
            <a:off x="5421600" y="3148960"/>
            <a:ext cx="34938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3"/>
          </p:nvPr>
        </p:nvSpPr>
        <p:spPr>
          <a:xfrm>
            <a:off x="5421600" y="4017115"/>
            <a:ext cx="34938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9"/>
          <p:cNvSpPr>
            <a:spLocks noGrp="1"/>
          </p:cNvSpPr>
          <p:nvPr>
            <p:ph type="pic" idx="4"/>
          </p:nvPr>
        </p:nvSpPr>
        <p:spPr>
          <a:xfrm>
            <a:off x="4080226" y="678185"/>
            <a:ext cx="2789400" cy="1325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9" name="Google Shape;109;p19"/>
          <p:cNvSpPr>
            <a:spLocks noGrp="1"/>
          </p:cNvSpPr>
          <p:nvPr>
            <p:ph type="pic" idx="5"/>
          </p:nvPr>
        </p:nvSpPr>
        <p:spPr>
          <a:xfrm>
            <a:off x="7054201" y="678185"/>
            <a:ext cx="1543200" cy="1325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0" name="Google Shape;110;p19"/>
          <p:cNvSpPr>
            <a:spLocks noGrp="1"/>
          </p:cNvSpPr>
          <p:nvPr>
            <p:ph type="pic" idx="6"/>
          </p:nvPr>
        </p:nvSpPr>
        <p:spPr>
          <a:xfrm>
            <a:off x="546601" y="3098860"/>
            <a:ext cx="1543200" cy="1325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1" name="Google Shape;111;p19"/>
          <p:cNvSpPr>
            <a:spLocks noGrp="1"/>
          </p:cNvSpPr>
          <p:nvPr>
            <p:ph type="pic" idx="7"/>
          </p:nvPr>
        </p:nvSpPr>
        <p:spPr>
          <a:xfrm>
            <a:off x="2280976" y="3098860"/>
            <a:ext cx="2789400" cy="1325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21"/>
          <p:cNvCxnSpPr/>
          <p:nvPr/>
        </p:nvCxnSpPr>
        <p:spPr>
          <a:xfrm rot="10800000">
            <a:off x="8297700" y="423563"/>
            <a:ext cx="377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" name="Google Shape;120;p22"/>
          <p:cNvCxnSpPr/>
          <p:nvPr/>
        </p:nvCxnSpPr>
        <p:spPr>
          <a:xfrm rot="10800000">
            <a:off x="457150" y="4762563"/>
            <a:ext cx="377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7" r:id="rId5"/>
    <p:sldLayoutId id="2147483658" r:id="rId6"/>
    <p:sldLayoutId id="2147483661" r:id="rId7"/>
    <p:sldLayoutId id="2147483665" r:id="rId8"/>
    <p:sldLayoutId id="2147483667" r:id="rId9"/>
    <p:sldLayoutId id="214748366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>
            <a:spLocks noGrp="1"/>
          </p:cNvSpPr>
          <p:nvPr>
            <p:ph type="ctrTitle"/>
          </p:nvPr>
        </p:nvSpPr>
        <p:spPr>
          <a:xfrm>
            <a:off x="305736" y="1068187"/>
            <a:ext cx="8532527" cy="18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5000" noProof="0"/>
              <a:t>Intelligent Operation Center (IOC) for Fire Safety</a:t>
            </a:r>
          </a:p>
        </p:txBody>
      </p:sp>
      <p:sp>
        <p:nvSpPr>
          <p:cNvPr id="6" name="Google Shape;144;p28">
            <a:extLst>
              <a:ext uri="{FF2B5EF4-FFF2-40B4-BE49-F238E27FC236}">
                <a16:creationId xmlns:a16="http://schemas.microsoft.com/office/drawing/2014/main" id="{1678DAA7-2148-5728-21D2-285527394010}"/>
              </a:ext>
            </a:extLst>
          </p:cNvPr>
          <p:cNvSpPr txBox="1">
            <a:spLocks/>
          </p:cNvSpPr>
          <p:nvPr/>
        </p:nvSpPr>
        <p:spPr>
          <a:xfrm>
            <a:off x="1804443" y="3318853"/>
            <a:ext cx="5535111" cy="1176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None/>
              <a:defRPr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None/>
              <a:defRPr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None/>
              <a:defRPr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None/>
              <a:defRPr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None/>
              <a:defRPr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None/>
              <a:defRPr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None/>
              <a:defRPr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None/>
              <a:defRPr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indent="0" algn="ctr"/>
            <a:r>
              <a:rPr lang="en-US" noProof="0"/>
              <a:t>Mid-Term Progress Review – Edge AI &amp; IoT Sensor Fusion</a:t>
            </a:r>
            <a:br>
              <a:rPr lang="en-US" noProof="0"/>
            </a:br>
            <a:br>
              <a:rPr lang="en-US" noProof="0"/>
            </a:br>
            <a:r>
              <a:rPr lang="en-US" noProof="0"/>
              <a:t>CLEMENT Andy (Electronics) / MARTINI Alexis (IT)</a:t>
            </a:r>
          </a:p>
          <a:p>
            <a:pPr marL="0" indent="0" algn="ctr"/>
            <a:r>
              <a:rPr lang="en-US"/>
              <a:t>TRAN Van Lic (Supervisor)</a:t>
            </a:r>
            <a:endParaRPr lang="en-US" noProof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FB8A3E5-ACB4-AAC2-220E-34ECAA838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36" y="131340"/>
            <a:ext cx="3226118" cy="60102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38384BF-7D91-D970-896A-D86633E95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827" y="131340"/>
            <a:ext cx="2347436" cy="775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22EE3ED8-6BBB-78E3-C2FD-BDB44167E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>
            <a:extLst>
              <a:ext uri="{FF2B5EF4-FFF2-40B4-BE49-F238E27FC236}">
                <a16:creationId xmlns:a16="http://schemas.microsoft.com/office/drawing/2014/main" id="{170B0596-AF75-D2EB-5DCD-12DCF040BF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5030100" cy="6932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/>
              <a:t>Project Goal &amp; Work Sharing</a:t>
            </a:r>
          </a:p>
        </p:txBody>
      </p:sp>
      <p:sp>
        <p:nvSpPr>
          <p:cNvPr id="183" name="Google Shape;183;p30">
            <a:extLst>
              <a:ext uri="{FF2B5EF4-FFF2-40B4-BE49-F238E27FC236}">
                <a16:creationId xmlns:a16="http://schemas.microsoft.com/office/drawing/2014/main" id="{1DE576DB-E256-9C9D-1975-DE04DE25A2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4121" y="2623159"/>
            <a:ext cx="4440382" cy="13956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5400" lvl="0" indent="0">
              <a:buNone/>
            </a:pPr>
            <a:r>
              <a:rPr lang="en-US" noProof="0">
                <a:solidFill>
                  <a:schemeClr val="dk1"/>
                </a:solidFill>
              </a:rPr>
              <a:t>Work Sharing:</a:t>
            </a:r>
          </a:p>
          <a:p>
            <a:pPr marL="241300" lvl="0" indent="-215900"/>
            <a:r>
              <a:rPr lang="en-US" b="1" noProof="0"/>
              <a:t>Alexis - IT :</a:t>
            </a:r>
            <a:r>
              <a:rPr lang="en-US" noProof="0"/>
              <a:t> AI Model (YOLOV11m), Dataset creation, False-positive reduction. </a:t>
            </a:r>
          </a:p>
          <a:p>
            <a:pPr marL="241300" lvl="0" indent="-215900"/>
            <a:endParaRPr lang="en-US" noProof="0"/>
          </a:p>
          <a:p>
            <a:pPr marL="241300" lvl="0" indent="-215900"/>
            <a:r>
              <a:rPr lang="en-US" b="1" noProof="0"/>
              <a:t>Andy - Electronics :</a:t>
            </a:r>
            <a:r>
              <a:rPr lang="en-US" noProof="0"/>
              <a:t> Set-Up Hardware of the project (Jetson Orin Nano, IP Camera)</a:t>
            </a:r>
          </a:p>
          <a:p>
            <a:pPr marL="241300" lvl="0" indent="-215900"/>
            <a:endParaRPr lang="en-US"/>
          </a:p>
          <a:p>
            <a:pPr marL="25400" lvl="0" indent="0">
              <a:buNone/>
            </a:pPr>
            <a:r>
              <a:rPr lang="en-US"/>
              <a:t>Our work is available on GitHub</a:t>
            </a:r>
            <a:endParaRPr lang="en-US" noProof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D947B45-ECBC-5C35-7111-279D38D203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31" t="21145" r="13398" b="21228"/>
          <a:stretch>
            <a:fillRect/>
          </a:stretch>
        </p:blipFill>
        <p:spPr>
          <a:xfrm>
            <a:off x="4703619" y="2806672"/>
            <a:ext cx="2043142" cy="159816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B2DA346-A5B7-DA4E-009B-1A00FCC04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811" y="2992251"/>
            <a:ext cx="1944605" cy="117756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32460B8-564B-0E0C-FDD0-5E4ABEF29B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7300" y="799837"/>
            <a:ext cx="2848183" cy="1621177"/>
          </a:xfrm>
          <a:prstGeom prst="rect">
            <a:avLst/>
          </a:prstGeom>
        </p:spPr>
      </p:pic>
      <p:sp>
        <p:nvSpPr>
          <p:cNvPr id="11" name="Google Shape;204;p33">
            <a:extLst>
              <a:ext uri="{FF2B5EF4-FFF2-40B4-BE49-F238E27FC236}">
                <a16:creationId xmlns:a16="http://schemas.microsoft.com/office/drawing/2014/main" id="{891199B7-B2E5-1A97-BB28-363088587AF3}"/>
              </a:ext>
            </a:extLst>
          </p:cNvPr>
          <p:cNvSpPr txBox="1">
            <a:spLocks/>
          </p:cNvSpPr>
          <p:nvPr/>
        </p:nvSpPr>
        <p:spPr>
          <a:xfrm>
            <a:off x="6255582" y="2381121"/>
            <a:ext cx="1311617" cy="3378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i="1">
                <a:solidFill>
                  <a:schemeClr val="tx1">
                    <a:lumMod val="50000"/>
                    <a:lumOff val="50000"/>
                  </a:schemeClr>
                </a:solidFill>
              </a:rPr>
              <a:t>IA-Model Used</a:t>
            </a:r>
          </a:p>
        </p:txBody>
      </p:sp>
      <p:sp>
        <p:nvSpPr>
          <p:cNvPr id="13" name="Google Shape;204;p33">
            <a:extLst>
              <a:ext uri="{FF2B5EF4-FFF2-40B4-BE49-F238E27FC236}">
                <a16:creationId xmlns:a16="http://schemas.microsoft.com/office/drawing/2014/main" id="{21518B82-33AD-DE5D-A65F-76AFBF3E8016}"/>
              </a:ext>
            </a:extLst>
          </p:cNvPr>
          <p:cNvSpPr txBox="1">
            <a:spLocks/>
          </p:cNvSpPr>
          <p:nvPr/>
        </p:nvSpPr>
        <p:spPr>
          <a:xfrm>
            <a:off x="5034557" y="4404836"/>
            <a:ext cx="1381265" cy="3378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i="1">
                <a:solidFill>
                  <a:schemeClr val="tx1">
                    <a:lumMod val="50000"/>
                    <a:lumOff val="50000"/>
                  </a:schemeClr>
                </a:solidFill>
              </a:rPr>
              <a:t>Jetson Orin nano</a:t>
            </a:r>
          </a:p>
        </p:txBody>
      </p:sp>
      <p:sp>
        <p:nvSpPr>
          <p:cNvPr id="15" name="Google Shape;204;p33">
            <a:extLst>
              <a:ext uri="{FF2B5EF4-FFF2-40B4-BE49-F238E27FC236}">
                <a16:creationId xmlns:a16="http://schemas.microsoft.com/office/drawing/2014/main" id="{DDF7C4B2-5ABE-B329-9055-8E85558B8D30}"/>
              </a:ext>
            </a:extLst>
          </p:cNvPr>
          <p:cNvSpPr txBox="1">
            <a:spLocks/>
          </p:cNvSpPr>
          <p:nvPr/>
        </p:nvSpPr>
        <p:spPr>
          <a:xfrm>
            <a:off x="7432170" y="4217399"/>
            <a:ext cx="967885" cy="3378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i="1">
                <a:solidFill>
                  <a:schemeClr val="tx1">
                    <a:lumMod val="50000"/>
                    <a:lumOff val="50000"/>
                  </a:schemeClr>
                </a:solidFill>
              </a:rPr>
              <a:t>IP-Camera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543C7DC-C579-C302-CCA6-60F4BE22AAFF}"/>
              </a:ext>
            </a:extLst>
          </p:cNvPr>
          <p:cNvSpPr txBox="1"/>
          <p:nvPr/>
        </p:nvSpPr>
        <p:spPr>
          <a:xfrm>
            <a:off x="471028" y="1011412"/>
            <a:ext cx="41009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Goal:</a:t>
            </a:r>
            <a:r>
              <a:rPr lang="en-US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Create an AI Camera fire detector. </a:t>
            </a:r>
          </a:p>
          <a:p>
            <a:r>
              <a:rPr lang="en-US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Merge this solution with a smoke detector to avoid false alarm. Monitored by a Dashboard</a:t>
            </a:r>
          </a:p>
          <a:p>
            <a:endParaRPr lang="fr-FR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  <p:cxnSp>
        <p:nvCxnSpPr>
          <p:cNvPr id="17" name="Google Shape;300;p39">
            <a:extLst>
              <a:ext uri="{FF2B5EF4-FFF2-40B4-BE49-F238E27FC236}">
                <a16:creationId xmlns:a16="http://schemas.microsoft.com/office/drawing/2014/main" id="{72CF5883-F9E2-01E0-448F-22F2F91739E6}"/>
              </a:ext>
            </a:extLst>
          </p:cNvPr>
          <p:cNvCxnSpPr>
            <a:cxnSpLocks/>
          </p:cNvCxnSpPr>
          <p:nvPr/>
        </p:nvCxnSpPr>
        <p:spPr>
          <a:xfrm>
            <a:off x="703532" y="783125"/>
            <a:ext cx="377702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83656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FBF82D87-F3F0-5B6F-EC4E-AF26D9AE9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>
            <a:extLst>
              <a:ext uri="{FF2B5EF4-FFF2-40B4-BE49-F238E27FC236}">
                <a16:creationId xmlns:a16="http://schemas.microsoft.com/office/drawing/2014/main" id="{A212B693-7742-E89B-B9FB-B2CD4AF59B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81369"/>
            <a:ext cx="5541264" cy="6932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/>
              <a:t>Methods, Tools &amp; Development Plan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E0C5FE2-9E6B-A3FA-0891-25950DE957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6" t="12991" r="9467" b="13381"/>
          <a:stretch>
            <a:fillRect/>
          </a:stretch>
        </p:blipFill>
        <p:spPr>
          <a:xfrm>
            <a:off x="4283771" y="1092778"/>
            <a:ext cx="4730464" cy="2823796"/>
          </a:xfrm>
          <a:prstGeom prst="rect">
            <a:avLst/>
          </a:prstGeom>
        </p:spPr>
      </p:pic>
      <p:cxnSp>
        <p:nvCxnSpPr>
          <p:cNvPr id="2" name="Google Shape;300;p39">
            <a:extLst>
              <a:ext uri="{FF2B5EF4-FFF2-40B4-BE49-F238E27FC236}">
                <a16:creationId xmlns:a16="http://schemas.microsoft.com/office/drawing/2014/main" id="{39F261FC-6FC7-1350-6B12-840567BDBD24}"/>
              </a:ext>
            </a:extLst>
          </p:cNvPr>
          <p:cNvCxnSpPr>
            <a:cxnSpLocks/>
          </p:cNvCxnSpPr>
          <p:nvPr/>
        </p:nvCxnSpPr>
        <p:spPr>
          <a:xfrm>
            <a:off x="874220" y="740453"/>
            <a:ext cx="481334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204;p33">
            <a:extLst>
              <a:ext uri="{FF2B5EF4-FFF2-40B4-BE49-F238E27FC236}">
                <a16:creationId xmlns:a16="http://schemas.microsoft.com/office/drawing/2014/main" id="{F0E0A661-C6FB-87E8-BB3B-8ECD97185E14}"/>
              </a:ext>
            </a:extLst>
          </p:cNvPr>
          <p:cNvSpPr txBox="1">
            <a:spLocks/>
          </p:cNvSpPr>
          <p:nvPr/>
        </p:nvSpPr>
        <p:spPr>
          <a:xfrm>
            <a:off x="5890657" y="3983146"/>
            <a:ext cx="1691262" cy="3378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i="1">
                <a:solidFill>
                  <a:schemeClr val="tx1">
                    <a:lumMod val="50000"/>
                    <a:lumOff val="50000"/>
                  </a:schemeClr>
                </a:solidFill>
              </a:rPr>
              <a:t>Overall System Graph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1D46678-435A-25A1-EECD-39C1AC1A9593}"/>
              </a:ext>
            </a:extLst>
          </p:cNvPr>
          <p:cNvSpPr txBox="1"/>
          <p:nvPr/>
        </p:nvSpPr>
        <p:spPr>
          <a:xfrm>
            <a:off x="321596" y="1027003"/>
            <a:ext cx="396217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err="1"/>
              <a:t>Development</a:t>
            </a:r>
            <a:r>
              <a:rPr lang="fr-FR" b="1"/>
              <a:t> Plan:</a:t>
            </a:r>
            <a:endParaRPr lang="fr-F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Phase 1: Scientific </a:t>
            </a:r>
            <a:r>
              <a:rPr lang="fr-FR" err="1"/>
              <a:t>research</a:t>
            </a:r>
            <a:r>
              <a:rPr lang="fr-FR"/>
              <a:t> &amp; YOLOv8 </a:t>
            </a:r>
            <a:r>
              <a:rPr lang="fr-FR" err="1"/>
              <a:t>baseline</a:t>
            </a:r>
            <a:endParaRPr lang="fr-F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Phase 2: Hardware </a:t>
            </a:r>
            <a:r>
              <a:rPr lang="fr-FR" err="1"/>
              <a:t>implementation</a:t>
            </a:r>
            <a:r>
              <a:rPr lang="fr-FR"/>
              <a:t> &amp; System </a:t>
            </a:r>
            <a:r>
              <a:rPr lang="fr-FR" err="1"/>
              <a:t>integration</a:t>
            </a:r>
            <a:br>
              <a:rPr lang="en-US" b="1"/>
            </a:br>
            <a:endParaRPr lang="en-US" b="1"/>
          </a:p>
          <a:p>
            <a:r>
              <a:rPr lang="en-US" b="1"/>
              <a:t>Hardware :</a:t>
            </a:r>
            <a:r>
              <a:rPr lang="en-US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AI </a:t>
            </a:r>
            <a:r>
              <a:rPr lang="en-US" err="1"/>
              <a:t>comput</a:t>
            </a:r>
            <a:r>
              <a:rPr lang="en-US"/>
              <a:t>: Jetson Orin Nano use </a:t>
            </a:r>
            <a:r>
              <a:rPr lang="en-US" err="1"/>
              <a:t>Ultralitycs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</a:t>
            </a:r>
            <a:r>
              <a:rPr lang="en-US" err="1"/>
              <a:t>GStreamer</a:t>
            </a:r>
            <a:r>
              <a:rPr lang="en-US"/>
              <a:t> to read the video Stream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Python Script to run AI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 b="1"/>
              <a:t>Software :</a:t>
            </a:r>
            <a:r>
              <a:rPr lang="en-US"/>
              <a:t> YOLO11m Model + </a:t>
            </a:r>
            <a:r>
              <a:rPr lang="en-US" err="1"/>
              <a:t>TensorRT</a:t>
            </a:r>
            <a:r>
              <a:rPr lang="en-US"/>
              <a:t> (FP16).</a:t>
            </a:r>
          </a:p>
          <a:p>
            <a:endParaRPr lang="en-US"/>
          </a:p>
          <a:p>
            <a:r>
              <a:rPr lang="en-US" b="1"/>
              <a:t>Network :</a:t>
            </a:r>
            <a:r>
              <a:rPr lang="en-US"/>
              <a:t> Local WebSocket &amp; JSON.</a:t>
            </a:r>
          </a:p>
          <a:p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58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60246706-3F3C-164A-3CFF-B8E3DB171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>
            <a:extLst>
              <a:ext uri="{FF2B5EF4-FFF2-40B4-BE49-F238E27FC236}">
                <a16:creationId xmlns:a16="http://schemas.microsoft.com/office/drawing/2014/main" id="{E2DE5D14-F964-C323-2AA0-C97EFB709EC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8660" y="1296104"/>
            <a:ext cx="3645160" cy="7547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/>
              <a:t>AI Results:</a:t>
            </a:r>
            <a:r>
              <a:rPr lang="en-US" sz="1400"/>
              <a:t> 26,000 images dataset -&gt;</a:t>
            </a:r>
          </a:p>
          <a:p>
            <a:r>
              <a:rPr lang="en-US" sz="1400"/>
              <a:t>89,5% accuracy (mAP50). No more false</a:t>
            </a:r>
          </a:p>
          <a:p>
            <a:r>
              <a:rPr lang="en-US" sz="1400"/>
              <a:t>alarms from lights.</a:t>
            </a:r>
          </a:p>
        </p:txBody>
      </p:sp>
      <p:sp>
        <p:nvSpPr>
          <p:cNvPr id="299" name="Google Shape;299;p39">
            <a:extLst>
              <a:ext uri="{FF2B5EF4-FFF2-40B4-BE49-F238E27FC236}">
                <a16:creationId xmlns:a16="http://schemas.microsoft.com/office/drawing/2014/main" id="{404524EC-BDBA-B5DB-DEE9-D7A12EC0956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572000" y="3162289"/>
            <a:ext cx="4229100" cy="13792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/>
              <a:t>Integration Results:</a:t>
            </a:r>
            <a:r>
              <a:rPr lang="en-US" sz="1400"/>
              <a:t> Edge AI successfully</a:t>
            </a:r>
          </a:p>
          <a:p>
            <a:r>
              <a:rPr lang="en-US" sz="1400"/>
              <a:t>connected to the Vietnamese React</a:t>
            </a:r>
          </a:p>
          <a:p>
            <a:r>
              <a:rPr lang="en-US" sz="1400"/>
              <a:t>Dashboard.</a:t>
            </a:r>
          </a:p>
          <a:p>
            <a:endParaRPr lang="en-US" sz="1400"/>
          </a:p>
          <a:p>
            <a:r>
              <a:rPr lang="en-US" sz="1400" b="1"/>
              <a:t>Network stability:</a:t>
            </a:r>
            <a:r>
              <a:rPr lang="en-US" sz="1400"/>
              <a:t> 4-second JSON</a:t>
            </a:r>
          </a:p>
          <a:p>
            <a:r>
              <a:rPr lang="en-US" sz="1400"/>
              <a:t>"Heartbeat" implemented to stay connected</a:t>
            </a:r>
          </a:p>
          <a:p>
            <a:endParaRPr lang="en-US" sz="1400"/>
          </a:p>
          <a:p>
            <a:endParaRPr lang="en-US" sz="1400"/>
          </a:p>
        </p:txBody>
      </p:sp>
      <p:cxnSp>
        <p:nvCxnSpPr>
          <p:cNvPr id="300" name="Google Shape;300;p39">
            <a:extLst>
              <a:ext uri="{FF2B5EF4-FFF2-40B4-BE49-F238E27FC236}">
                <a16:creationId xmlns:a16="http://schemas.microsoft.com/office/drawing/2014/main" id="{19B9062A-0B2D-91E9-E3E2-3BF2D31FC2CC}"/>
              </a:ext>
            </a:extLst>
          </p:cNvPr>
          <p:cNvCxnSpPr/>
          <p:nvPr/>
        </p:nvCxnSpPr>
        <p:spPr>
          <a:xfrm>
            <a:off x="477980" y="1240325"/>
            <a:ext cx="281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8A51EF70-87F3-4B4C-3A7E-4544A5BD8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400" y="223035"/>
            <a:ext cx="4697430" cy="234871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EB587D3-7AC4-12CC-4049-0696371492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78" t="3320" r="5409" b="4738"/>
          <a:stretch>
            <a:fillRect/>
          </a:stretch>
        </p:blipFill>
        <p:spPr>
          <a:xfrm>
            <a:off x="505691" y="2308859"/>
            <a:ext cx="2791390" cy="2232661"/>
          </a:xfrm>
          <a:prstGeom prst="rect">
            <a:avLst/>
          </a:prstGeom>
        </p:spPr>
      </p:pic>
      <p:sp>
        <p:nvSpPr>
          <p:cNvPr id="14" name="Google Shape;182;p30">
            <a:extLst>
              <a:ext uri="{FF2B5EF4-FFF2-40B4-BE49-F238E27FC236}">
                <a16:creationId xmlns:a16="http://schemas.microsoft.com/office/drawing/2014/main" id="{CA6717A8-EF11-AD90-4671-DCAD5DFAB029}"/>
              </a:ext>
            </a:extLst>
          </p:cNvPr>
          <p:cNvSpPr txBox="1">
            <a:spLocks/>
          </p:cNvSpPr>
          <p:nvPr/>
        </p:nvSpPr>
        <p:spPr>
          <a:xfrm>
            <a:off x="406170" y="17311"/>
            <a:ext cx="3336290" cy="1101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45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62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62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62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62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62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62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62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62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9pPr>
          </a:lstStyle>
          <a:p>
            <a:r>
              <a:rPr lang="en-US" sz="3500"/>
              <a:t>Results Obtained</a:t>
            </a:r>
          </a:p>
        </p:txBody>
      </p:sp>
      <p:sp>
        <p:nvSpPr>
          <p:cNvPr id="3" name="Google Shape;204;p33">
            <a:extLst>
              <a:ext uri="{FF2B5EF4-FFF2-40B4-BE49-F238E27FC236}">
                <a16:creationId xmlns:a16="http://schemas.microsoft.com/office/drawing/2014/main" id="{DDCE582F-333B-C923-14D4-280E5B85D317}"/>
              </a:ext>
            </a:extLst>
          </p:cNvPr>
          <p:cNvSpPr txBox="1">
            <a:spLocks/>
          </p:cNvSpPr>
          <p:nvPr/>
        </p:nvSpPr>
        <p:spPr>
          <a:xfrm>
            <a:off x="1149929" y="4541520"/>
            <a:ext cx="1691262" cy="3378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i="1">
                <a:solidFill>
                  <a:schemeClr val="tx1">
                    <a:lumMod val="50000"/>
                    <a:lumOff val="50000"/>
                  </a:schemeClr>
                </a:solidFill>
              </a:rPr>
              <a:t>Confusion Matrix</a:t>
            </a:r>
          </a:p>
        </p:txBody>
      </p:sp>
      <p:sp>
        <p:nvSpPr>
          <p:cNvPr id="5" name="Google Shape;204;p33">
            <a:extLst>
              <a:ext uri="{FF2B5EF4-FFF2-40B4-BE49-F238E27FC236}">
                <a16:creationId xmlns:a16="http://schemas.microsoft.com/office/drawing/2014/main" id="{53190165-79D9-64B0-70B1-C0785A084A7F}"/>
              </a:ext>
            </a:extLst>
          </p:cNvPr>
          <p:cNvSpPr txBox="1">
            <a:spLocks/>
          </p:cNvSpPr>
          <p:nvPr/>
        </p:nvSpPr>
        <p:spPr>
          <a:xfrm>
            <a:off x="5264728" y="2571750"/>
            <a:ext cx="2374351" cy="3378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i="1">
                <a:solidFill>
                  <a:schemeClr val="tx1">
                    <a:lumMod val="50000"/>
                    <a:lumOff val="50000"/>
                  </a:schemeClr>
                </a:solidFill>
              </a:rPr>
              <a:t>Training and Validation Metrics </a:t>
            </a:r>
          </a:p>
        </p:txBody>
      </p:sp>
    </p:spTree>
    <p:extLst>
      <p:ext uri="{BB962C8B-B14F-4D97-AF65-F5344CB8AC3E}">
        <p14:creationId xmlns:p14="http://schemas.microsoft.com/office/powerpoint/2010/main" val="3220528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DB49207C-32D9-67E2-DC33-6AA8CCAB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00751C89-FD4D-25E1-9A70-2DB7425149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13" b="27238"/>
          <a:stretch>
            <a:fillRect/>
          </a:stretch>
        </p:blipFill>
        <p:spPr>
          <a:xfrm>
            <a:off x="3716382" y="2755900"/>
            <a:ext cx="3638780" cy="179352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73FB709-EF02-C697-9BFB-59F18AFEF6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568" t="44879" r="7939" b="32001"/>
          <a:stretch>
            <a:fillRect/>
          </a:stretch>
        </p:blipFill>
        <p:spPr>
          <a:xfrm>
            <a:off x="4848647" y="1608221"/>
            <a:ext cx="3414456" cy="59592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E1B5D28-D299-0103-91C1-4BBB54449F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9022" b="19639"/>
          <a:stretch>
            <a:fillRect/>
          </a:stretch>
        </p:blipFill>
        <p:spPr>
          <a:xfrm>
            <a:off x="5163190" y="19382"/>
            <a:ext cx="2785373" cy="1559073"/>
          </a:xfrm>
          <a:prstGeom prst="rect">
            <a:avLst/>
          </a:prstGeom>
        </p:spPr>
      </p:pic>
      <p:sp>
        <p:nvSpPr>
          <p:cNvPr id="297" name="Google Shape;297;p39">
            <a:extLst>
              <a:ext uri="{FF2B5EF4-FFF2-40B4-BE49-F238E27FC236}">
                <a16:creationId xmlns:a16="http://schemas.microsoft.com/office/drawing/2014/main" id="{748029D2-7578-CFBA-C994-26042F9B033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4430" y="823658"/>
            <a:ext cx="3493800" cy="7547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/>
              <a:t>AI Fire detection :</a:t>
            </a:r>
            <a:r>
              <a:rPr lang="en-US" sz="1400"/>
              <a:t> On video tests, our AI can recognize fire and show it in the dashboard</a:t>
            </a:r>
          </a:p>
        </p:txBody>
      </p:sp>
      <p:sp>
        <p:nvSpPr>
          <p:cNvPr id="299" name="Google Shape;299;p39">
            <a:extLst>
              <a:ext uri="{FF2B5EF4-FFF2-40B4-BE49-F238E27FC236}">
                <a16:creationId xmlns:a16="http://schemas.microsoft.com/office/drawing/2014/main" id="{0390400E-EDCF-984A-14CD-CA47612E34B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4430" y="1777849"/>
            <a:ext cx="3493800" cy="735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/>
              <a:t>AI Smoke Detection:</a:t>
            </a:r>
            <a:r>
              <a:rPr lang="en-US" sz="1400"/>
              <a:t> On video tests, our AI can recognize smoke and show it in the dashboard</a:t>
            </a:r>
          </a:p>
        </p:txBody>
      </p:sp>
      <p:cxnSp>
        <p:nvCxnSpPr>
          <p:cNvPr id="300" name="Google Shape;300;p39">
            <a:extLst>
              <a:ext uri="{FF2B5EF4-FFF2-40B4-BE49-F238E27FC236}">
                <a16:creationId xmlns:a16="http://schemas.microsoft.com/office/drawing/2014/main" id="{D70C236B-7DAE-B051-D435-425F09E57A17}"/>
              </a:ext>
            </a:extLst>
          </p:cNvPr>
          <p:cNvCxnSpPr/>
          <p:nvPr/>
        </p:nvCxnSpPr>
        <p:spPr>
          <a:xfrm>
            <a:off x="789130" y="634048"/>
            <a:ext cx="281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82;p30">
            <a:extLst>
              <a:ext uri="{FF2B5EF4-FFF2-40B4-BE49-F238E27FC236}">
                <a16:creationId xmlns:a16="http://schemas.microsoft.com/office/drawing/2014/main" id="{242635E7-70E3-D948-EA1D-5482ED957105}"/>
              </a:ext>
            </a:extLst>
          </p:cNvPr>
          <p:cNvSpPr txBox="1">
            <a:spLocks/>
          </p:cNvSpPr>
          <p:nvPr/>
        </p:nvSpPr>
        <p:spPr>
          <a:xfrm>
            <a:off x="406170" y="17312"/>
            <a:ext cx="3638780" cy="61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45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62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62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62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62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62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62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62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adio Canada Big"/>
              <a:buNone/>
              <a:defRPr sz="6200" b="0" i="0" u="none" strike="noStrike" cap="none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9pPr>
          </a:lstStyle>
          <a:p>
            <a:r>
              <a:rPr lang="en-US" sz="3500"/>
              <a:t>Results Obtained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B60C77-067A-DED2-BC29-5BE4B12600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983" t="8590" r="18887" b="14339"/>
          <a:stretch>
            <a:fillRect/>
          </a:stretch>
        </p:blipFill>
        <p:spPr>
          <a:xfrm>
            <a:off x="753437" y="2749169"/>
            <a:ext cx="2854793" cy="1795139"/>
          </a:xfrm>
          <a:prstGeom prst="rect">
            <a:avLst/>
          </a:prstGeom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84B97FAB-A419-FC83-5D57-427592F90903}"/>
              </a:ext>
            </a:extLst>
          </p:cNvPr>
          <p:cNvCxnSpPr>
            <a:cxnSpLocks/>
            <a:stCxn id="297" idx="3"/>
          </p:cNvCxnSpPr>
          <p:nvPr/>
        </p:nvCxnSpPr>
        <p:spPr>
          <a:xfrm flipV="1">
            <a:off x="3608230" y="1201056"/>
            <a:ext cx="3725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A80E93F3-4866-59BD-F7A4-890EE4CB23FB}"/>
              </a:ext>
            </a:extLst>
          </p:cNvPr>
          <p:cNvCxnSpPr>
            <a:cxnSpLocks/>
            <a:stCxn id="299" idx="3"/>
          </p:cNvCxnSpPr>
          <p:nvPr/>
        </p:nvCxnSpPr>
        <p:spPr>
          <a:xfrm>
            <a:off x="3608230" y="2145462"/>
            <a:ext cx="297020" cy="484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Google Shape;204;p33">
            <a:extLst>
              <a:ext uri="{FF2B5EF4-FFF2-40B4-BE49-F238E27FC236}">
                <a16:creationId xmlns:a16="http://schemas.microsoft.com/office/drawing/2014/main" id="{D1C61537-5365-6C40-679F-53FAA1200F5C}"/>
              </a:ext>
            </a:extLst>
          </p:cNvPr>
          <p:cNvSpPr txBox="1">
            <a:spLocks/>
          </p:cNvSpPr>
          <p:nvPr/>
        </p:nvSpPr>
        <p:spPr>
          <a:xfrm>
            <a:off x="3025749" y="4494132"/>
            <a:ext cx="1381265" cy="3378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i="1">
                <a:solidFill>
                  <a:schemeClr val="tx1">
                    <a:lumMod val="50000"/>
                    <a:lumOff val="50000"/>
                  </a:schemeClr>
                </a:solidFill>
              </a:rPr>
              <a:t>Smoke Detection</a:t>
            </a:r>
          </a:p>
        </p:txBody>
      </p:sp>
      <p:sp>
        <p:nvSpPr>
          <p:cNvPr id="4" name="Google Shape;204;p33">
            <a:extLst>
              <a:ext uri="{FF2B5EF4-FFF2-40B4-BE49-F238E27FC236}">
                <a16:creationId xmlns:a16="http://schemas.microsoft.com/office/drawing/2014/main" id="{659EAAEC-5CCB-7968-80AB-7E0120FA3CBD}"/>
              </a:ext>
            </a:extLst>
          </p:cNvPr>
          <p:cNvSpPr txBox="1">
            <a:spLocks/>
          </p:cNvSpPr>
          <p:nvPr/>
        </p:nvSpPr>
        <p:spPr>
          <a:xfrm>
            <a:off x="5972905" y="2119027"/>
            <a:ext cx="1165939" cy="3378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i="1">
                <a:solidFill>
                  <a:schemeClr val="tx1">
                    <a:lumMod val="50000"/>
                    <a:lumOff val="50000"/>
                  </a:schemeClr>
                </a:solidFill>
              </a:rPr>
              <a:t>Fire Detection</a:t>
            </a:r>
          </a:p>
        </p:txBody>
      </p:sp>
    </p:spTree>
    <p:extLst>
      <p:ext uri="{BB962C8B-B14F-4D97-AF65-F5344CB8AC3E}">
        <p14:creationId xmlns:p14="http://schemas.microsoft.com/office/powerpoint/2010/main" val="2979824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D24FC962-F8F3-11F1-D199-51A195E65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>
            <a:extLst>
              <a:ext uri="{FF2B5EF4-FFF2-40B4-BE49-F238E27FC236}">
                <a16:creationId xmlns:a16="http://schemas.microsoft.com/office/drawing/2014/main" id="{2304F688-467C-A9A9-C535-5BB207A112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5030100" cy="6932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/>
              <a:t>Work Remaining</a:t>
            </a:r>
          </a:p>
        </p:txBody>
      </p:sp>
      <p:sp>
        <p:nvSpPr>
          <p:cNvPr id="183" name="Google Shape;183;p30">
            <a:extLst>
              <a:ext uri="{FF2B5EF4-FFF2-40B4-BE49-F238E27FC236}">
                <a16:creationId xmlns:a16="http://schemas.microsoft.com/office/drawing/2014/main" id="{E3872FF0-70FF-9419-90B1-0833B49137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17075"/>
            <a:ext cx="4739640" cy="31413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noProof="0"/>
              <a:t>Phase 3 - Testing :</a:t>
            </a:r>
            <a:r>
              <a:rPr lang="en-US" noProof="0"/>
              <a:t> </a:t>
            </a:r>
            <a:r>
              <a:rPr lang="fr-FR"/>
              <a:t>Transition </a:t>
            </a:r>
            <a:r>
              <a:rPr lang="fr-FR" err="1"/>
              <a:t>from</a:t>
            </a:r>
            <a:r>
              <a:rPr lang="fr-FR"/>
              <a:t> training </a:t>
            </a:r>
            <a:r>
              <a:rPr lang="fr-FR" err="1"/>
              <a:t>metrics</a:t>
            </a:r>
            <a:r>
              <a:rPr lang="fr-FR"/>
              <a:t> to real-time live </a:t>
            </a:r>
            <a:r>
              <a:rPr lang="fr-FR" err="1"/>
              <a:t>testing</a:t>
            </a:r>
            <a:endParaRPr lang="fr-FR"/>
          </a:p>
          <a:p>
            <a:endParaRPr lang="en-US" noProof="0"/>
          </a:p>
          <a:p>
            <a:r>
              <a:rPr lang="fr-FR" b="1"/>
              <a:t>Phase 3 - Validation :</a:t>
            </a:r>
            <a:r>
              <a:rPr lang="fr-FR"/>
              <a:t> </a:t>
            </a:r>
            <a:r>
              <a:rPr lang="fr-FR" err="1"/>
              <a:t>Validate</a:t>
            </a:r>
            <a:r>
              <a:rPr lang="fr-FR"/>
              <a:t> the full system (Camera + Jetson + </a:t>
            </a:r>
            <a:r>
              <a:rPr lang="fr-FR" err="1"/>
              <a:t>Sensors</a:t>
            </a:r>
            <a:r>
              <a:rPr lang="fr-FR"/>
              <a:t>).</a:t>
            </a:r>
            <a:endParaRPr lang="en-US" noProof="0"/>
          </a:p>
          <a:p>
            <a:endParaRPr lang="en-US" noProof="0"/>
          </a:p>
          <a:p>
            <a:r>
              <a:rPr lang="en-US" b="1" noProof="0"/>
              <a:t>Phase 3 - Paper  :</a:t>
            </a:r>
            <a:r>
              <a:rPr lang="en-US" noProof="0"/>
              <a:t> Complete the IEEE research paper (Results).</a:t>
            </a:r>
          </a:p>
          <a:p>
            <a:endParaRPr lang="en-US" noProof="0"/>
          </a:p>
          <a:p>
            <a:r>
              <a:rPr lang="en-US" b="1" noProof="0"/>
              <a:t>Phase 4 - Handover :</a:t>
            </a:r>
            <a:r>
              <a:rPr lang="en-US" noProof="0"/>
              <a:t> Code packaging &amp; Knowledge transfer to the Vietnamese team.</a:t>
            </a:r>
          </a:p>
        </p:txBody>
      </p:sp>
      <p:cxnSp>
        <p:nvCxnSpPr>
          <p:cNvPr id="2" name="Google Shape;300;p39">
            <a:extLst>
              <a:ext uri="{FF2B5EF4-FFF2-40B4-BE49-F238E27FC236}">
                <a16:creationId xmlns:a16="http://schemas.microsoft.com/office/drawing/2014/main" id="{BDF5DB08-73C2-9B44-918E-A58E75F01000}"/>
              </a:ext>
            </a:extLst>
          </p:cNvPr>
          <p:cNvCxnSpPr>
            <a:cxnSpLocks/>
          </p:cNvCxnSpPr>
          <p:nvPr/>
        </p:nvCxnSpPr>
        <p:spPr>
          <a:xfrm>
            <a:off x="847493" y="771973"/>
            <a:ext cx="183623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 12" descr="Checklist - Free files and folders icons">
            <a:extLst>
              <a:ext uri="{FF2B5EF4-FFF2-40B4-BE49-F238E27FC236}">
                <a16:creationId xmlns:a16="http://schemas.microsoft.com/office/drawing/2014/main" id="{79A0FC17-EB31-F21E-EAB8-7CE1CCFF6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955" y="1600200"/>
            <a:ext cx="1813560" cy="181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464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F4CE5658-EC55-B722-6FCF-C939BF103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>
            <a:extLst>
              <a:ext uri="{FF2B5EF4-FFF2-40B4-BE49-F238E27FC236}">
                <a16:creationId xmlns:a16="http://schemas.microsoft.com/office/drawing/2014/main" id="{5011B11E-F402-9275-FAAE-AEEE91EDE7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2069" y="1077023"/>
            <a:ext cx="3668751" cy="6932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/>
              <a:t>Conclusion &amp; Feedback</a:t>
            </a:r>
          </a:p>
        </p:txBody>
      </p:sp>
      <p:sp>
        <p:nvSpPr>
          <p:cNvPr id="183" name="Google Shape;183;p30">
            <a:extLst>
              <a:ext uri="{FF2B5EF4-FFF2-40B4-BE49-F238E27FC236}">
                <a16:creationId xmlns:a16="http://schemas.microsoft.com/office/drawing/2014/main" id="{C87A6D91-C698-B4CB-7022-1C921E34C5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5736" y="2068303"/>
            <a:ext cx="5527288" cy="21112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en-US" noProof="0"/>
          </a:p>
          <a:p>
            <a:r>
              <a:rPr lang="en-US" b="1"/>
              <a:t>Work progress: </a:t>
            </a:r>
            <a:r>
              <a:rPr lang="en-US"/>
              <a:t>AI and devices are ready for use. Some tests must be done IRL</a:t>
            </a:r>
          </a:p>
          <a:p>
            <a:pPr marL="139700" indent="0">
              <a:buNone/>
            </a:pPr>
            <a:endParaRPr lang="en-US" noProof="0"/>
          </a:p>
          <a:p>
            <a:r>
              <a:rPr lang="en-US" b="1" noProof="0"/>
              <a:t>Teamwork:</a:t>
            </a:r>
            <a:r>
              <a:rPr lang="en-US" noProof="0"/>
              <a:t> Task and are perfectly shared and the group </a:t>
            </a:r>
            <a:r>
              <a:rPr lang="en-US"/>
              <a:t>has a good</a:t>
            </a:r>
            <a:r>
              <a:rPr lang="en-US" noProof="0"/>
              <a:t> synergy between IT &amp; Electronics.</a:t>
            </a:r>
          </a:p>
          <a:p>
            <a:endParaRPr lang="en-US" noProof="0"/>
          </a:p>
          <a:p>
            <a:r>
              <a:rPr lang="en-US" b="1" noProof="0"/>
              <a:t>Experience:</a:t>
            </a:r>
            <a:r>
              <a:rPr lang="en-US" noProof="0"/>
              <a:t> Amazing human and cultural experience in Vietnam.</a:t>
            </a:r>
          </a:p>
        </p:txBody>
      </p:sp>
      <p:cxnSp>
        <p:nvCxnSpPr>
          <p:cNvPr id="2" name="Google Shape;300;p39">
            <a:extLst>
              <a:ext uri="{FF2B5EF4-FFF2-40B4-BE49-F238E27FC236}">
                <a16:creationId xmlns:a16="http://schemas.microsoft.com/office/drawing/2014/main" id="{C72D5936-942A-AF61-AA8B-DA158587BB1D}"/>
              </a:ext>
            </a:extLst>
          </p:cNvPr>
          <p:cNvCxnSpPr>
            <a:cxnSpLocks/>
          </p:cNvCxnSpPr>
          <p:nvPr/>
        </p:nvCxnSpPr>
        <p:spPr>
          <a:xfrm>
            <a:off x="862362" y="1620396"/>
            <a:ext cx="289931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71B77F42-944E-706C-2B9C-80CCE4724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36" y="131340"/>
            <a:ext cx="3226118" cy="60102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F741C0D-24F8-EA63-9544-2E699F9F4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827" y="131340"/>
            <a:ext cx="2347436" cy="775440"/>
          </a:xfrm>
          <a:prstGeom prst="rect">
            <a:avLst/>
          </a:prstGeom>
        </p:spPr>
      </p:pic>
      <p:pic>
        <p:nvPicPr>
          <p:cNvPr id="7" name="Image 6" descr="Worldwide - Free Maps and Flags icons">
            <a:extLst>
              <a:ext uri="{FF2B5EF4-FFF2-40B4-BE49-F238E27FC236}">
                <a16:creationId xmlns:a16="http://schemas.microsoft.com/office/drawing/2014/main" id="{3CFE45AB-ABA0-2F60-EABD-92E16B6E1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567" y="2311666"/>
            <a:ext cx="1311593" cy="131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628693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Launches by Slidesgo">
  <a:themeElements>
    <a:clrScheme name="Simple Light">
      <a:dk1>
        <a:srgbClr val="191919"/>
      </a:dk1>
      <a:lt1>
        <a:srgbClr val="EEEEEE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</Words>
  <Application>Microsoft Office PowerPoint</Application>
  <PresentationFormat>Affichage à l'écran (16:9)</PresentationFormat>
  <Paragraphs>60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Radio Canada Big</vt:lpstr>
      <vt:lpstr>Arial</vt:lpstr>
      <vt:lpstr>Arimo</vt:lpstr>
      <vt:lpstr>Technology Launches by Slidesgo</vt:lpstr>
      <vt:lpstr>Intelligent Operation Center (IOC) for Fire Safety</vt:lpstr>
      <vt:lpstr>Project Goal &amp; Work Sharing</vt:lpstr>
      <vt:lpstr>Methods, Tools &amp; Development Plan</vt:lpstr>
      <vt:lpstr>Présentation PowerPoint</vt:lpstr>
      <vt:lpstr>Présentation PowerPoint</vt:lpstr>
      <vt:lpstr>Work Remaining</vt:lpstr>
      <vt:lpstr>Conclusion &amp;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Alexis</dc:creator>
  <cp:lastModifiedBy>Alexis Martini</cp:lastModifiedBy>
  <cp:revision>1</cp:revision>
  <dcterms:modified xsi:type="dcterms:W3CDTF">2026-07-13T07:54:21Z</dcterms:modified>
</cp:coreProperties>
</file>